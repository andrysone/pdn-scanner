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5"/>
  </p:notesMasterIdLst>
  <p:sldIdLst>
    <p:sldId id="256" r:id="rId2"/>
    <p:sldId id="266" r:id="rId3"/>
    <p:sldId id="260" r:id="rId4"/>
    <p:sldId id="258" r:id="rId5"/>
    <p:sldId id="314" r:id="rId6"/>
    <p:sldId id="259" r:id="rId7"/>
    <p:sldId id="257" r:id="rId8"/>
    <p:sldId id="261" r:id="rId9"/>
    <p:sldId id="315" r:id="rId10"/>
    <p:sldId id="276" r:id="rId11"/>
    <p:sldId id="267" r:id="rId12"/>
    <p:sldId id="262" r:id="rId13"/>
    <p:sldId id="269" r:id="rId14"/>
  </p:sldIdLst>
  <p:sldSz cx="9144000" cy="5143500" type="screen16x9"/>
  <p:notesSz cx="6858000" cy="9144000"/>
  <p:embeddedFontLst>
    <p:embeddedFont>
      <p:font typeface="Vazirmatn" panose="020B0604020202020204" charset="-78"/>
      <p:regular r:id="rId16"/>
      <p:bold r:id="rId17"/>
    </p:embeddedFont>
    <p:embeddedFont>
      <p:font typeface="Vazirmatn Black" panose="020B0604020202020204" charset="-78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40FD0E-FECF-4FA1-A1BD-82065CCCFD74}">
  <a:tblStyle styleId="{1C40FD0E-FECF-4FA1-A1BD-82065CCCFD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17fce12c4ca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17fce12c4ca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17fce12c4ca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17fce12c4ca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003bd6ff0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1003bd6ff0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>
          <a:extLst>
            <a:ext uri="{FF2B5EF4-FFF2-40B4-BE49-F238E27FC236}">
              <a16:creationId xmlns:a16="http://schemas.microsoft.com/office/drawing/2014/main" id="{E25C32FC-CECB-1386-DFA4-04ADD59F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003bd6ff09_0_5:notes">
            <a:extLst>
              <a:ext uri="{FF2B5EF4-FFF2-40B4-BE49-F238E27FC236}">
                <a16:creationId xmlns:a16="http://schemas.microsoft.com/office/drawing/2014/main" id="{FFB7EB22-89E2-E966-8212-D24809ED7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1003bd6ff09_0_5:notes">
            <a:extLst>
              <a:ext uri="{FF2B5EF4-FFF2-40B4-BE49-F238E27FC236}">
                <a16:creationId xmlns:a16="http://schemas.microsoft.com/office/drawing/2014/main" id="{925E291A-D483-B27B-597A-590316AA5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8175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1aa55b58687_0_2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1aa55b58687_0_2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7fce12c4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7fce12c4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17fce12c4ca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17fce12c4ca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77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2">
          <a:extLst>
            <a:ext uri="{FF2B5EF4-FFF2-40B4-BE49-F238E27FC236}">
              <a16:creationId xmlns:a16="http://schemas.microsoft.com/office/drawing/2014/main" id="{0F797E78-288A-86A7-329B-6529A2F5A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1aa55b58687_0_2545:notes">
            <a:extLst>
              <a:ext uri="{FF2B5EF4-FFF2-40B4-BE49-F238E27FC236}">
                <a16:creationId xmlns:a16="http://schemas.microsoft.com/office/drawing/2014/main" id="{5D868CF0-D064-C900-1ADF-2851CE5032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1aa55b58687_0_2545:notes">
            <a:extLst>
              <a:ext uri="{FF2B5EF4-FFF2-40B4-BE49-F238E27FC236}">
                <a16:creationId xmlns:a16="http://schemas.microsoft.com/office/drawing/2014/main" id="{A267FCAD-3821-FD84-8ACD-2E104E24F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3863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17fce12c4ca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17fce12c4ca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550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17fce12c4ca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17fce12c4ca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003bd6ff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1003bd6ff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g17fce12c4ca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17fce12c4ca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143800" y="974350"/>
            <a:ext cx="5171400" cy="2850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500" b="0">
                <a:latin typeface="Vazirmatn Black"/>
                <a:ea typeface="Vazirmatn Black"/>
                <a:cs typeface="Vazirmatn Black"/>
                <a:sym typeface="Vazirmatn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143800" y="3875050"/>
            <a:ext cx="51714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870197" y="1841850"/>
            <a:ext cx="37593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261990" y="1666175"/>
            <a:ext cx="1392000" cy="1642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870188" y="2722055"/>
            <a:ext cx="3759300" cy="34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1840075" y="1277700"/>
            <a:ext cx="5463900" cy="258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6" name="Google Shape;36;p8"/>
          <p:cNvGrpSpPr/>
          <p:nvPr/>
        </p:nvGrpSpPr>
        <p:grpSpPr>
          <a:xfrm>
            <a:off x="-542894" y="293652"/>
            <a:ext cx="2707673" cy="2708966"/>
            <a:chOff x="6817162" y="3805500"/>
            <a:chExt cx="1990351" cy="1991301"/>
          </a:xfrm>
        </p:grpSpPr>
        <p:sp>
          <p:nvSpPr>
            <p:cNvPr id="37" name="Google Shape;37;p8"/>
            <p:cNvSpPr/>
            <p:nvPr/>
          </p:nvSpPr>
          <p:spPr>
            <a:xfrm rot="2700000" flipH="1">
              <a:off x="7679216" y="3610619"/>
              <a:ext cx="148492" cy="24997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" name="Google Shape;38;p8"/>
            <p:cNvGrpSpPr/>
            <p:nvPr/>
          </p:nvGrpSpPr>
          <p:grpSpPr>
            <a:xfrm flipH="1">
              <a:off x="8237816" y="3805500"/>
              <a:ext cx="569696" cy="567722"/>
              <a:chOff x="7508175" y="354625"/>
              <a:chExt cx="569696" cy="567722"/>
            </a:xfrm>
          </p:grpSpPr>
          <p:sp>
            <p:nvSpPr>
              <p:cNvPr id="39" name="Google Shape;39;p8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8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8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8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8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8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8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8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8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8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8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8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8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8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8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8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8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8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8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8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8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8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8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8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8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8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8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8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8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8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8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8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8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8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8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8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8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8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8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8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8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8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8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8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8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8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8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8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8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8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8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8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8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8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8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7" name="Google Shape;97;p8"/>
          <p:cNvGrpSpPr/>
          <p:nvPr/>
        </p:nvGrpSpPr>
        <p:grpSpPr>
          <a:xfrm>
            <a:off x="7602425" y="-28025"/>
            <a:ext cx="920474" cy="4203093"/>
            <a:chOff x="7650050" y="-143687"/>
            <a:chExt cx="1036337" cy="4731614"/>
          </a:xfrm>
        </p:grpSpPr>
        <p:sp>
          <p:nvSpPr>
            <p:cNvPr id="98" name="Google Shape;98;p8"/>
            <p:cNvSpPr/>
            <p:nvPr/>
          </p:nvSpPr>
          <p:spPr>
            <a:xfrm>
              <a:off x="7955950" y="-143687"/>
              <a:ext cx="440100" cy="30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8"/>
            <p:cNvGrpSpPr/>
            <p:nvPr/>
          </p:nvGrpSpPr>
          <p:grpSpPr>
            <a:xfrm>
              <a:off x="7650050" y="2062725"/>
              <a:ext cx="1036337" cy="2525202"/>
              <a:chOff x="7659925" y="355150"/>
              <a:chExt cx="1036337" cy="2525202"/>
            </a:xfrm>
          </p:grpSpPr>
          <p:sp>
            <p:nvSpPr>
              <p:cNvPr id="100" name="Google Shape;100;p8"/>
              <p:cNvSpPr/>
              <p:nvPr/>
            </p:nvSpPr>
            <p:spPr>
              <a:xfrm>
                <a:off x="8273629" y="355150"/>
                <a:ext cx="381426" cy="931379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992" extrusionOk="0">
                    <a:moveTo>
                      <a:pt x="4091" y="1"/>
                    </a:moveTo>
                    <a:lnTo>
                      <a:pt x="1" y="1757"/>
                    </a:lnTo>
                    <a:lnTo>
                      <a:pt x="1" y="5687"/>
                    </a:lnTo>
                    <a:cubicBezTo>
                      <a:pt x="1" y="5687"/>
                      <a:pt x="886" y="6827"/>
                      <a:pt x="2589" y="9992"/>
                    </a:cubicBezTo>
                    <a:lnTo>
                      <a:pt x="4091" y="6921"/>
                    </a:lnTo>
                    <a:lnTo>
                      <a:pt x="40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8"/>
              <p:cNvSpPr/>
              <p:nvPr/>
            </p:nvSpPr>
            <p:spPr>
              <a:xfrm>
                <a:off x="8274934" y="355150"/>
                <a:ext cx="380121" cy="246361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2643" extrusionOk="0">
                    <a:moveTo>
                      <a:pt x="4077" y="1"/>
                    </a:moveTo>
                    <a:lnTo>
                      <a:pt x="2884" y="510"/>
                    </a:lnTo>
                    <a:lnTo>
                      <a:pt x="0" y="1757"/>
                    </a:lnTo>
                    <a:lnTo>
                      <a:pt x="0" y="2643"/>
                    </a:lnTo>
                    <a:lnTo>
                      <a:pt x="2884" y="1409"/>
                    </a:lnTo>
                    <a:lnTo>
                      <a:pt x="4077" y="886"/>
                    </a:lnTo>
                    <a:lnTo>
                      <a:pt x="40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8"/>
              <p:cNvSpPr/>
              <p:nvPr/>
            </p:nvSpPr>
            <p:spPr>
              <a:xfrm>
                <a:off x="7702429" y="355150"/>
                <a:ext cx="380027" cy="931379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9992" extrusionOk="0">
                    <a:moveTo>
                      <a:pt x="0" y="1"/>
                    </a:moveTo>
                    <a:lnTo>
                      <a:pt x="0" y="6921"/>
                    </a:lnTo>
                    <a:lnTo>
                      <a:pt x="1489" y="9992"/>
                    </a:lnTo>
                    <a:cubicBezTo>
                      <a:pt x="1703" y="9603"/>
                      <a:pt x="1891" y="9254"/>
                      <a:pt x="2079" y="8932"/>
                    </a:cubicBezTo>
                    <a:cubicBezTo>
                      <a:pt x="3406" y="6572"/>
                      <a:pt x="4077" y="5687"/>
                      <a:pt x="4077" y="5687"/>
                    </a:cubicBezTo>
                    <a:lnTo>
                      <a:pt x="4077" y="1757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8"/>
              <p:cNvSpPr/>
              <p:nvPr/>
            </p:nvSpPr>
            <p:spPr>
              <a:xfrm>
                <a:off x="7702429" y="355150"/>
                <a:ext cx="380027" cy="246361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2643" extrusionOk="0">
                    <a:moveTo>
                      <a:pt x="0" y="1"/>
                    </a:moveTo>
                    <a:lnTo>
                      <a:pt x="0" y="886"/>
                    </a:lnTo>
                    <a:lnTo>
                      <a:pt x="1194" y="1409"/>
                    </a:lnTo>
                    <a:lnTo>
                      <a:pt x="4077" y="2643"/>
                    </a:lnTo>
                    <a:lnTo>
                      <a:pt x="4077" y="1757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8"/>
              <p:cNvSpPr/>
              <p:nvPr/>
            </p:nvSpPr>
            <p:spPr>
              <a:xfrm>
                <a:off x="7702429" y="437642"/>
                <a:ext cx="191272" cy="848886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9107" extrusionOk="0">
                    <a:moveTo>
                      <a:pt x="0" y="1"/>
                    </a:moveTo>
                    <a:lnTo>
                      <a:pt x="0" y="6036"/>
                    </a:lnTo>
                    <a:lnTo>
                      <a:pt x="1489" y="9107"/>
                    </a:lnTo>
                    <a:cubicBezTo>
                      <a:pt x="1502" y="9093"/>
                      <a:pt x="1515" y="9080"/>
                      <a:pt x="1515" y="9067"/>
                    </a:cubicBezTo>
                    <a:cubicBezTo>
                      <a:pt x="1690" y="8691"/>
                      <a:pt x="1878" y="8342"/>
                      <a:pt x="2052" y="8007"/>
                    </a:cubicBezTo>
                    <a:lnTo>
                      <a:pt x="1194" y="5996"/>
                    </a:lnTo>
                    <a:lnTo>
                      <a:pt x="1194" y="52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8"/>
              <p:cNvSpPr/>
              <p:nvPr/>
            </p:nvSpPr>
            <p:spPr>
              <a:xfrm>
                <a:off x="7702429" y="355150"/>
                <a:ext cx="111296" cy="131336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1409" extrusionOk="0">
                    <a:moveTo>
                      <a:pt x="0" y="1"/>
                    </a:moveTo>
                    <a:lnTo>
                      <a:pt x="0" y="886"/>
                    </a:lnTo>
                    <a:lnTo>
                      <a:pt x="1194" y="1409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8462382" y="437642"/>
                <a:ext cx="192670" cy="848886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9107" extrusionOk="0">
                    <a:moveTo>
                      <a:pt x="2066" y="1"/>
                    </a:moveTo>
                    <a:lnTo>
                      <a:pt x="873" y="524"/>
                    </a:lnTo>
                    <a:lnTo>
                      <a:pt x="873" y="5996"/>
                    </a:lnTo>
                    <a:lnTo>
                      <a:pt x="1" y="8007"/>
                    </a:lnTo>
                    <a:cubicBezTo>
                      <a:pt x="189" y="8342"/>
                      <a:pt x="363" y="8691"/>
                      <a:pt x="537" y="9067"/>
                    </a:cubicBezTo>
                    <a:cubicBezTo>
                      <a:pt x="551" y="9080"/>
                      <a:pt x="564" y="9093"/>
                      <a:pt x="564" y="9107"/>
                    </a:cubicBezTo>
                    <a:lnTo>
                      <a:pt x="2066" y="6036"/>
                    </a:lnTo>
                    <a:lnTo>
                      <a:pt x="20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8543663" y="355150"/>
                <a:ext cx="111389" cy="131336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409" extrusionOk="0">
                    <a:moveTo>
                      <a:pt x="1194" y="1"/>
                    </a:moveTo>
                    <a:lnTo>
                      <a:pt x="1" y="510"/>
                    </a:lnTo>
                    <a:lnTo>
                      <a:pt x="1" y="1409"/>
                    </a:lnTo>
                    <a:lnTo>
                      <a:pt x="1194" y="886"/>
                    </a:lnTo>
                    <a:lnTo>
                      <a:pt x="11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8"/>
              <p:cNvSpPr/>
              <p:nvPr/>
            </p:nvSpPr>
            <p:spPr>
              <a:xfrm>
                <a:off x="7883633" y="2652820"/>
                <a:ext cx="588917" cy="227532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2441" extrusionOk="0">
                    <a:moveTo>
                      <a:pt x="14" y="0"/>
                    </a:moveTo>
                    <a:cubicBezTo>
                      <a:pt x="1" y="1341"/>
                      <a:pt x="1100" y="2441"/>
                      <a:pt x="2455" y="2441"/>
                    </a:cubicBezTo>
                    <a:lnTo>
                      <a:pt x="3863" y="2441"/>
                    </a:lnTo>
                    <a:cubicBezTo>
                      <a:pt x="5218" y="2441"/>
                      <a:pt x="6317" y="1341"/>
                      <a:pt x="6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8"/>
              <p:cNvSpPr/>
              <p:nvPr/>
            </p:nvSpPr>
            <p:spPr>
              <a:xfrm>
                <a:off x="7662348" y="1951495"/>
                <a:ext cx="1033913" cy="896425"/>
              </a:xfrm>
              <a:custGeom>
                <a:avLst/>
                <a:gdLst/>
                <a:ahLst/>
                <a:cxnLst/>
                <a:rect l="l" t="t" r="r" b="b"/>
                <a:pathLst>
                  <a:path w="11092" h="9617" extrusionOk="0">
                    <a:moveTo>
                      <a:pt x="1" y="1"/>
                    </a:moveTo>
                    <a:lnTo>
                      <a:pt x="1" y="4091"/>
                    </a:lnTo>
                    <a:cubicBezTo>
                      <a:pt x="1" y="5499"/>
                      <a:pt x="524" y="6854"/>
                      <a:pt x="1489" y="7886"/>
                    </a:cubicBezTo>
                    <a:lnTo>
                      <a:pt x="1516" y="7913"/>
                    </a:lnTo>
                    <a:lnTo>
                      <a:pt x="1543" y="7927"/>
                    </a:lnTo>
                    <a:lnTo>
                      <a:pt x="1583" y="7980"/>
                    </a:lnTo>
                    <a:lnTo>
                      <a:pt x="1610" y="8007"/>
                    </a:lnTo>
                    <a:lnTo>
                      <a:pt x="1637" y="8034"/>
                    </a:lnTo>
                    <a:lnTo>
                      <a:pt x="1677" y="8061"/>
                    </a:lnTo>
                    <a:lnTo>
                      <a:pt x="1717" y="8114"/>
                    </a:lnTo>
                    <a:lnTo>
                      <a:pt x="1758" y="8141"/>
                    </a:lnTo>
                    <a:lnTo>
                      <a:pt x="1758" y="8155"/>
                    </a:lnTo>
                    <a:lnTo>
                      <a:pt x="1798" y="8181"/>
                    </a:lnTo>
                    <a:lnTo>
                      <a:pt x="1865" y="8248"/>
                    </a:lnTo>
                    <a:lnTo>
                      <a:pt x="1892" y="8275"/>
                    </a:lnTo>
                    <a:lnTo>
                      <a:pt x="1905" y="8275"/>
                    </a:lnTo>
                    <a:lnTo>
                      <a:pt x="1932" y="8302"/>
                    </a:lnTo>
                    <a:cubicBezTo>
                      <a:pt x="1959" y="8315"/>
                      <a:pt x="1972" y="8342"/>
                      <a:pt x="1999" y="8356"/>
                    </a:cubicBezTo>
                    <a:lnTo>
                      <a:pt x="2039" y="8396"/>
                    </a:lnTo>
                    <a:lnTo>
                      <a:pt x="2093" y="8436"/>
                    </a:lnTo>
                    <a:lnTo>
                      <a:pt x="2133" y="8463"/>
                    </a:lnTo>
                    <a:lnTo>
                      <a:pt x="2147" y="8476"/>
                    </a:lnTo>
                    <a:lnTo>
                      <a:pt x="2200" y="8517"/>
                    </a:lnTo>
                    <a:lnTo>
                      <a:pt x="2241" y="8543"/>
                    </a:lnTo>
                    <a:lnTo>
                      <a:pt x="2294" y="8584"/>
                    </a:lnTo>
                    <a:lnTo>
                      <a:pt x="2334" y="8624"/>
                    </a:lnTo>
                    <a:lnTo>
                      <a:pt x="2388" y="8651"/>
                    </a:lnTo>
                    <a:lnTo>
                      <a:pt x="2482" y="8718"/>
                    </a:lnTo>
                    <a:lnTo>
                      <a:pt x="2509" y="8731"/>
                    </a:lnTo>
                    <a:lnTo>
                      <a:pt x="2536" y="8745"/>
                    </a:lnTo>
                    <a:lnTo>
                      <a:pt x="2603" y="8798"/>
                    </a:lnTo>
                    <a:lnTo>
                      <a:pt x="2656" y="8825"/>
                    </a:lnTo>
                    <a:lnTo>
                      <a:pt x="2696" y="8852"/>
                    </a:lnTo>
                    <a:lnTo>
                      <a:pt x="2777" y="8892"/>
                    </a:lnTo>
                    <a:lnTo>
                      <a:pt x="2817" y="8906"/>
                    </a:lnTo>
                    <a:lnTo>
                      <a:pt x="2831" y="8919"/>
                    </a:lnTo>
                    <a:cubicBezTo>
                      <a:pt x="2844" y="8932"/>
                      <a:pt x="2857" y="8932"/>
                      <a:pt x="2871" y="8946"/>
                    </a:cubicBezTo>
                    <a:lnTo>
                      <a:pt x="2924" y="8973"/>
                    </a:lnTo>
                    <a:cubicBezTo>
                      <a:pt x="2951" y="8986"/>
                      <a:pt x="2965" y="8999"/>
                      <a:pt x="2992" y="8999"/>
                    </a:cubicBezTo>
                    <a:lnTo>
                      <a:pt x="3045" y="9026"/>
                    </a:lnTo>
                    <a:lnTo>
                      <a:pt x="3099" y="9053"/>
                    </a:lnTo>
                    <a:cubicBezTo>
                      <a:pt x="3729" y="9362"/>
                      <a:pt x="4413" y="9549"/>
                      <a:pt x="5110" y="9603"/>
                    </a:cubicBezTo>
                    <a:cubicBezTo>
                      <a:pt x="5258" y="9616"/>
                      <a:pt x="5392" y="9616"/>
                      <a:pt x="5540" y="9616"/>
                    </a:cubicBezTo>
                    <a:cubicBezTo>
                      <a:pt x="8597" y="9616"/>
                      <a:pt x="11092" y="7135"/>
                      <a:pt x="11092" y="4064"/>
                    </a:cubicBezTo>
                    <a:lnTo>
                      <a:pt x="110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8"/>
              <p:cNvSpPr/>
              <p:nvPr/>
            </p:nvSpPr>
            <p:spPr>
              <a:xfrm>
                <a:off x="7659925" y="853926"/>
                <a:ext cx="1036337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11118" h="11776" extrusionOk="0">
                    <a:moveTo>
                      <a:pt x="4748" y="1"/>
                    </a:moveTo>
                    <a:cubicBezTo>
                      <a:pt x="4694" y="1"/>
                      <a:pt x="4640" y="27"/>
                      <a:pt x="4613" y="68"/>
                    </a:cubicBezTo>
                    <a:cubicBezTo>
                      <a:pt x="4573" y="135"/>
                      <a:pt x="4479" y="255"/>
                      <a:pt x="4372" y="416"/>
                    </a:cubicBezTo>
                    <a:cubicBezTo>
                      <a:pt x="3393" y="1865"/>
                      <a:pt x="282" y="6773"/>
                      <a:pt x="27" y="11199"/>
                    </a:cubicBezTo>
                    <a:cubicBezTo>
                      <a:pt x="0" y="11387"/>
                      <a:pt x="0" y="11588"/>
                      <a:pt x="0" y="11776"/>
                    </a:cubicBezTo>
                    <a:lnTo>
                      <a:pt x="11118" y="11776"/>
                    </a:lnTo>
                    <a:cubicBezTo>
                      <a:pt x="11118" y="11588"/>
                      <a:pt x="11118" y="11387"/>
                      <a:pt x="11104" y="11199"/>
                    </a:cubicBezTo>
                    <a:cubicBezTo>
                      <a:pt x="10836" y="6773"/>
                      <a:pt x="7738" y="1865"/>
                      <a:pt x="6759" y="416"/>
                    </a:cubicBezTo>
                    <a:cubicBezTo>
                      <a:pt x="6639" y="255"/>
                      <a:pt x="6558" y="135"/>
                      <a:pt x="6504" y="68"/>
                    </a:cubicBezTo>
                    <a:cubicBezTo>
                      <a:pt x="6478" y="27"/>
                      <a:pt x="6424" y="1"/>
                      <a:pt x="63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8"/>
              <p:cNvSpPr/>
              <p:nvPr/>
            </p:nvSpPr>
            <p:spPr>
              <a:xfrm>
                <a:off x="8067445" y="853926"/>
                <a:ext cx="222591" cy="3887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417" extrusionOk="0">
                    <a:moveTo>
                      <a:pt x="376" y="1"/>
                    </a:moveTo>
                    <a:cubicBezTo>
                      <a:pt x="322" y="1"/>
                      <a:pt x="268" y="27"/>
                      <a:pt x="241" y="68"/>
                    </a:cubicBezTo>
                    <a:cubicBezTo>
                      <a:pt x="201" y="135"/>
                      <a:pt x="107" y="255"/>
                      <a:pt x="0" y="416"/>
                    </a:cubicBezTo>
                    <a:lnTo>
                      <a:pt x="2387" y="416"/>
                    </a:lnTo>
                    <a:cubicBezTo>
                      <a:pt x="2267" y="255"/>
                      <a:pt x="2186" y="135"/>
                      <a:pt x="2132" y="68"/>
                    </a:cubicBezTo>
                    <a:cubicBezTo>
                      <a:pt x="2106" y="27"/>
                      <a:pt x="2052" y="1"/>
                      <a:pt x="20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8"/>
              <p:cNvSpPr/>
              <p:nvPr/>
            </p:nvSpPr>
            <p:spPr>
              <a:xfrm>
                <a:off x="7967430" y="671418"/>
                <a:ext cx="422625" cy="20134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16" extrusionOk="0">
                    <a:moveTo>
                      <a:pt x="107" y="1"/>
                    </a:moveTo>
                    <a:cubicBezTo>
                      <a:pt x="40" y="1"/>
                      <a:pt x="0" y="54"/>
                      <a:pt x="0" y="108"/>
                    </a:cubicBezTo>
                    <a:cubicBezTo>
                      <a:pt x="0" y="162"/>
                      <a:pt x="40" y="215"/>
                      <a:pt x="107" y="215"/>
                    </a:cubicBezTo>
                    <a:lnTo>
                      <a:pt x="4426" y="215"/>
                    </a:lnTo>
                    <a:cubicBezTo>
                      <a:pt x="4479" y="215"/>
                      <a:pt x="4533" y="162"/>
                      <a:pt x="4533" y="108"/>
                    </a:cubicBezTo>
                    <a:cubicBezTo>
                      <a:pt x="4533" y="54"/>
                      <a:pt x="4479" y="1"/>
                      <a:pt x="44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8"/>
              <p:cNvSpPr/>
              <p:nvPr/>
            </p:nvSpPr>
            <p:spPr>
              <a:xfrm>
                <a:off x="8167368" y="355150"/>
                <a:ext cx="21346" cy="10001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10730" extrusionOk="0">
                    <a:moveTo>
                      <a:pt x="122" y="1"/>
                    </a:moveTo>
                    <a:cubicBezTo>
                      <a:pt x="55" y="1"/>
                      <a:pt x="1" y="54"/>
                      <a:pt x="1" y="108"/>
                    </a:cubicBezTo>
                    <a:lnTo>
                      <a:pt x="1" y="10622"/>
                    </a:lnTo>
                    <a:cubicBezTo>
                      <a:pt x="1" y="10676"/>
                      <a:pt x="55" y="10729"/>
                      <a:pt x="122" y="10729"/>
                    </a:cubicBezTo>
                    <a:cubicBezTo>
                      <a:pt x="175" y="10729"/>
                      <a:pt x="229" y="10676"/>
                      <a:pt x="229" y="10609"/>
                    </a:cubicBezTo>
                    <a:lnTo>
                      <a:pt x="229" y="108"/>
                    </a:lnTo>
                    <a:cubicBezTo>
                      <a:pt x="229" y="54"/>
                      <a:pt x="175" y="1"/>
                      <a:pt x="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8"/>
              <p:cNvSpPr/>
              <p:nvPr/>
            </p:nvSpPr>
            <p:spPr>
              <a:xfrm>
                <a:off x="8406176" y="2012735"/>
                <a:ext cx="290077" cy="782705"/>
              </a:xfrm>
              <a:custGeom>
                <a:avLst/>
                <a:gdLst/>
                <a:ahLst/>
                <a:cxnLst/>
                <a:rect l="l" t="t" r="r" b="b"/>
                <a:pathLst>
                  <a:path w="3112" h="8397" extrusionOk="0">
                    <a:moveTo>
                      <a:pt x="1476" y="1"/>
                    </a:moveTo>
                    <a:cubicBezTo>
                      <a:pt x="1462" y="3394"/>
                      <a:pt x="1342" y="6264"/>
                      <a:pt x="0" y="8396"/>
                    </a:cubicBezTo>
                    <a:cubicBezTo>
                      <a:pt x="1905" y="7471"/>
                      <a:pt x="3112" y="5526"/>
                      <a:pt x="3112" y="3407"/>
                    </a:cubicBezTo>
                    <a:lnTo>
                      <a:pt x="31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8"/>
              <p:cNvSpPr/>
              <p:nvPr/>
            </p:nvSpPr>
            <p:spPr>
              <a:xfrm>
                <a:off x="8217423" y="853926"/>
                <a:ext cx="478833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5137" h="11776" extrusionOk="0">
                    <a:moveTo>
                      <a:pt x="27" y="1"/>
                    </a:moveTo>
                    <a:lnTo>
                      <a:pt x="0" y="14"/>
                    </a:lnTo>
                    <a:cubicBezTo>
                      <a:pt x="0" y="14"/>
                      <a:pt x="3501" y="5687"/>
                      <a:pt x="3501" y="11776"/>
                    </a:cubicBezTo>
                    <a:lnTo>
                      <a:pt x="5137" y="11776"/>
                    </a:lnTo>
                    <a:cubicBezTo>
                      <a:pt x="5137" y="7216"/>
                      <a:pt x="1797" y="1932"/>
                      <a:pt x="778" y="430"/>
                    </a:cubicBezTo>
                    <a:cubicBezTo>
                      <a:pt x="671" y="255"/>
                      <a:pt x="577" y="135"/>
                      <a:pt x="537" y="68"/>
                    </a:cubicBezTo>
                    <a:cubicBezTo>
                      <a:pt x="510" y="27"/>
                      <a:pt x="456" y="1"/>
                      <a:pt x="4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7812419" y="853926"/>
                <a:ext cx="341344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11776" extrusionOk="0">
                    <a:moveTo>
                      <a:pt x="3487" y="1"/>
                    </a:moveTo>
                    <a:lnTo>
                      <a:pt x="3500" y="14"/>
                    </a:lnTo>
                    <a:cubicBezTo>
                      <a:pt x="3500" y="14"/>
                      <a:pt x="0" y="5687"/>
                      <a:pt x="0" y="11776"/>
                    </a:cubicBezTo>
                    <a:lnTo>
                      <a:pt x="1180" y="11776"/>
                    </a:lnTo>
                    <a:cubicBezTo>
                      <a:pt x="1180" y="5191"/>
                      <a:pt x="3661" y="14"/>
                      <a:pt x="36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7813631" y="2012735"/>
                <a:ext cx="325125" cy="833879"/>
              </a:xfrm>
              <a:custGeom>
                <a:avLst/>
                <a:gdLst/>
                <a:ahLst/>
                <a:cxnLst/>
                <a:rect l="l" t="t" r="r" b="b"/>
                <a:pathLst>
                  <a:path w="3488" h="8946" extrusionOk="0">
                    <a:moveTo>
                      <a:pt x="1" y="1"/>
                    </a:moveTo>
                    <a:cubicBezTo>
                      <a:pt x="1" y="3394"/>
                      <a:pt x="135" y="6264"/>
                      <a:pt x="1476" y="8396"/>
                    </a:cubicBezTo>
                    <a:cubicBezTo>
                      <a:pt x="2106" y="8705"/>
                      <a:pt x="2790" y="8892"/>
                      <a:pt x="3487" y="8946"/>
                    </a:cubicBezTo>
                    <a:cubicBezTo>
                      <a:pt x="1543" y="6800"/>
                      <a:pt x="1208" y="3099"/>
                      <a:pt x="11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8202416" y="853926"/>
                <a:ext cx="341344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11776" extrusionOk="0">
                    <a:moveTo>
                      <a:pt x="0" y="1"/>
                    </a:moveTo>
                    <a:cubicBezTo>
                      <a:pt x="0" y="14"/>
                      <a:pt x="2481" y="5191"/>
                      <a:pt x="2481" y="11776"/>
                    </a:cubicBezTo>
                    <a:lnTo>
                      <a:pt x="3662" y="11776"/>
                    </a:lnTo>
                    <a:cubicBezTo>
                      <a:pt x="3662" y="5687"/>
                      <a:pt x="161" y="14"/>
                      <a:pt x="161" y="14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8216118" y="2012735"/>
                <a:ext cx="326430" cy="833879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8946" extrusionOk="0">
                    <a:moveTo>
                      <a:pt x="2321" y="1"/>
                    </a:moveTo>
                    <a:cubicBezTo>
                      <a:pt x="2294" y="3099"/>
                      <a:pt x="1959" y="6800"/>
                      <a:pt x="1" y="8946"/>
                    </a:cubicBezTo>
                    <a:cubicBezTo>
                      <a:pt x="712" y="8892"/>
                      <a:pt x="1382" y="8705"/>
                      <a:pt x="2013" y="8396"/>
                    </a:cubicBezTo>
                    <a:cubicBezTo>
                      <a:pt x="3354" y="6264"/>
                      <a:pt x="3488" y="3394"/>
                      <a:pt x="35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8064929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54" y="0"/>
                      <a:pt x="0" y="41"/>
                      <a:pt x="0" y="108"/>
                    </a:cubicBezTo>
                    <a:cubicBezTo>
                      <a:pt x="0" y="161"/>
                      <a:pt x="54" y="201"/>
                      <a:pt x="108" y="201"/>
                    </a:cubicBezTo>
                    <a:cubicBezTo>
                      <a:pt x="161" y="201"/>
                      <a:pt x="201" y="161"/>
                      <a:pt x="201" y="108"/>
                    </a:cubicBezTo>
                    <a:cubicBezTo>
                      <a:pt x="201" y="41"/>
                      <a:pt x="161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8272417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41" y="0"/>
                      <a:pt x="0" y="41"/>
                      <a:pt x="0" y="108"/>
                    </a:cubicBezTo>
                    <a:cubicBezTo>
                      <a:pt x="0" y="161"/>
                      <a:pt x="41" y="201"/>
                      <a:pt x="108" y="201"/>
                    </a:cubicBezTo>
                    <a:cubicBezTo>
                      <a:pt x="161" y="201"/>
                      <a:pt x="202" y="161"/>
                      <a:pt x="202" y="108"/>
                    </a:cubicBezTo>
                    <a:cubicBezTo>
                      <a:pt x="202" y="41"/>
                      <a:pt x="161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8479906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41" y="0"/>
                      <a:pt x="1" y="41"/>
                      <a:pt x="1" y="108"/>
                    </a:cubicBezTo>
                    <a:cubicBezTo>
                      <a:pt x="1" y="161"/>
                      <a:pt x="41" y="201"/>
                      <a:pt x="108" y="201"/>
                    </a:cubicBezTo>
                    <a:cubicBezTo>
                      <a:pt x="162" y="201"/>
                      <a:pt x="202" y="161"/>
                      <a:pt x="202" y="108"/>
                    </a:cubicBezTo>
                    <a:cubicBezTo>
                      <a:pt x="202" y="41"/>
                      <a:pt x="162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659925" y="2012735"/>
                <a:ext cx="291289" cy="782705"/>
              </a:xfrm>
              <a:custGeom>
                <a:avLst/>
                <a:gdLst/>
                <a:ahLst/>
                <a:cxnLst/>
                <a:rect l="l" t="t" r="r" b="b"/>
                <a:pathLst>
                  <a:path w="3125" h="8397" extrusionOk="0">
                    <a:moveTo>
                      <a:pt x="0" y="1"/>
                    </a:moveTo>
                    <a:lnTo>
                      <a:pt x="0" y="3407"/>
                    </a:lnTo>
                    <a:cubicBezTo>
                      <a:pt x="0" y="5526"/>
                      <a:pt x="1220" y="7471"/>
                      <a:pt x="3125" y="8396"/>
                    </a:cubicBezTo>
                    <a:cubicBezTo>
                      <a:pt x="1770" y="6264"/>
                      <a:pt x="1650" y="3394"/>
                      <a:pt x="1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661137" y="853926"/>
                <a:ext cx="477621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5124" h="11776" extrusionOk="0">
                    <a:moveTo>
                      <a:pt x="4735" y="1"/>
                    </a:moveTo>
                    <a:cubicBezTo>
                      <a:pt x="4681" y="1"/>
                      <a:pt x="4641" y="27"/>
                      <a:pt x="4614" y="68"/>
                    </a:cubicBezTo>
                    <a:cubicBezTo>
                      <a:pt x="4560" y="135"/>
                      <a:pt x="4480" y="255"/>
                      <a:pt x="4359" y="416"/>
                    </a:cubicBezTo>
                    <a:cubicBezTo>
                      <a:pt x="3688" y="1422"/>
                      <a:pt x="3058" y="2468"/>
                      <a:pt x="2495" y="3528"/>
                    </a:cubicBezTo>
                    <a:cubicBezTo>
                      <a:pt x="2321" y="3876"/>
                      <a:pt x="2146" y="4225"/>
                      <a:pt x="1958" y="4601"/>
                    </a:cubicBezTo>
                    <a:cubicBezTo>
                      <a:pt x="926" y="6746"/>
                      <a:pt x="0" y="9362"/>
                      <a:pt x="0" y="11776"/>
                    </a:cubicBezTo>
                    <a:lnTo>
                      <a:pt x="1637" y="11776"/>
                    </a:lnTo>
                    <a:cubicBezTo>
                      <a:pt x="1637" y="5687"/>
                      <a:pt x="5123" y="14"/>
                      <a:pt x="5123" y="14"/>
                    </a:cubicBezTo>
                    <a:lnTo>
                      <a:pt x="51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884937" y="2756565"/>
                <a:ext cx="8762" cy="6338"/>
              </a:xfrm>
              <a:custGeom>
                <a:avLst/>
                <a:gdLst/>
                <a:ahLst/>
                <a:cxnLst/>
                <a:rect l="l" t="t" r="r" b="b"/>
                <a:pathLst>
                  <a:path w="94" h="68" extrusionOk="0">
                    <a:moveTo>
                      <a:pt x="0" y="0"/>
                    </a:moveTo>
                    <a:lnTo>
                      <a:pt x="94" y="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883633" y="2756565"/>
                <a:ext cx="10067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1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08" y="81"/>
                    </a:lnTo>
                    <a:lnTo>
                      <a:pt x="108" y="6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7857347" y="2622806"/>
                <a:ext cx="18922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2" extrusionOk="0">
                    <a:moveTo>
                      <a:pt x="108" y="0"/>
                    </a:moveTo>
                    <a:cubicBezTo>
                      <a:pt x="55" y="0"/>
                      <a:pt x="1" y="41"/>
                      <a:pt x="1" y="108"/>
                    </a:cubicBezTo>
                    <a:cubicBezTo>
                      <a:pt x="1" y="161"/>
                      <a:pt x="55" y="201"/>
                      <a:pt x="108" y="201"/>
                    </a:cubicBezTo>
                    <a:cubicBezTo>
                      <a:pt x="162" y="201"/>
                      <a:pt x="202" y="161"/>
                      <a:pt x="202" y="108"/>
                    </a:cubicBezTo>
                    <a:cubicBezTo>
                      <a:pt x="202" y="41"/>
                      <a:pt x="162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8274934" y="486392"/>
                <a:ext cx="268825" cy="165173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1772" extrusionOk="0">
                    <a:moveTo>
                      <a:pt x="2884" y="1"/>
                    </a:moveTo>
                    <a:lnTo>
                      <a:pt x="0" y="1235"/>
                    </a:lnTo>
                    <a:lnTo>
                      <a:pt x="0" y="1771"/>
                    </a:lnTo>
                    <a:lnTo>
                      <a:pt x="2884" y="524"/>
                    </a:lnTo>
                    <a:lnTo>
                      <a:pt x="28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7813631" y="486392"/>
                <a:ext cx="268825" cy="165173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1772" extrusionOk="0">
                    <a:moveTo>
                      <a:pt x="1" y="1"/>
                    </a:moveTo>
                    <a:lnTo>
                      <a:pt x="1" y="524"/>
                    </a:lnTo>
                    <a:lnTo>
                      <a:pt x="2884" y="1771"/>
                    </a:lnTo>
                    <a:lnTo>
                      <a:pt x="2884" y="1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" name="Google Shape;130;p8"/>
          <p:cNvGrpSpPr/>
          <p:nvPr/>
        </p:nvGrpSpPr>
        <p:grpSpPr>
          <a:xfrm rot="-8100000">
            <a:off x="218646" y="-31542"/>
            <a:ext cx="219590" cy="2051722"/>
            <a:chOff x="7785888" y="-58825"/>
            <a:chExt cx="328205" cy="3066553"/>
          </a:xfrm>
        </p:grpSpPr>
        <p:sp>
          <p:nvSpPr>
            <p:cNvPr id="131" name="Google Shape;131;p8"/>
            <p:cNvSpPr/>
            <p:nvPr/>
          </p:nvSpPr>
          <p:spPr>
            <a:xfrm>
              <a:off x="7855564" y="-58825"/>
              <a:ext cx="188700" cy="178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" name="Google Shape;132;p8"/>
            <p:cNvGrpSpPr/>
            <p:nvPr/>
          </p:nvGrpSpPr>
          <p:grpSpPr>
            <a:xfrm>
              <a:off x="7785888" y="1135375"/>
              <a:ext cx="328205" cy="1872353"/>
              <a:chOff x="7785888" y="1135375"/>
              <a:chExt cx="328205" cy="1872353"/>
            </a:xfrm>
          </p:grpSpPr>
          <p:sp>
            <p:nvSpPr>
              <p:cNvPr id="133" name="Google Shape;133;p8"/>
              <p:cNvSpPr/>
              <p:nvPr/>
            </p:nvSpPr>
            <p:spPr>
              <a:xfrm rot="10800000">
                <a:off x="7805094" y="1135375"/>
                <a:ext cx="283607" cy="342424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7417" extrusionOk="0">
                    <a:moveTo>
                      <a:pt x="3072" y="0"/>
                    </a:moveTo>
                    <a:cubicBezTo>
                      <a:pt x="2294" y="1180"/>
                      <a:pt x="1610" y="2414"/>
                      <a:pt x="1020" y="3702"/>
                    </a:cubicBezTo>
                    <a:cubicBezTo>
                      <a:pt x="939" y="3889"/>
                      <a:pt x="859" y="4090"/>
                      <a:pt x="778" y="4278"/>
                    </a:cubicBezTo>
                    <a:cubicBezTo>
                      <a:pt x="336" y="5364"/>
                      <a:pt x="0" y="6478"/>
                      <a:pt x="0" y="7416"/>
                    </a:cubicBezTo>
                    <a:lnTo>
                      <a:pt x="6143" y="7416"/>
                    </a:lnTo>
                    <a:cubicBezTo>
                      <a:pt x="6143" y="6478"/>
                      <a:pt x="5807" y="5364"/>
                      <a:pt x="5365" y="4278"/>
                    </a:cubicBezTo>
                    <a:cubicBezTo>
                      <a:pt x="5284" y="4090"/>
                      <a:pt x="5204" y="3903"/>
                      <a:pt x="5123" y="3715"/>
                    </a:cubicBezTo>
                    <a:cubicBezTo>
                      <a:pt x="4533" y="2427"/>
                      <a:pt x="3849" y="1180"/>
                      <a:pt x="30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 rot="10800000">
                <a:off x="7946874" y="1135375"/>
                <a:ext cx="141827" cy="342424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7417" extrusionOk="0">
                    <a:moveTo>
                      <a:pt x="3072" y="0"/>
                    </a:moveTo>
                    <a:lnTo>
                      <a:pt x="3072" y="0"/>
                    </a:lnTo>
                    <a:cubicBezTo>
                      <a:pt x="2991" y="121"/>
                      <a:pt x="0" y="4613"/>
                      <a:pt x="0" y="7416"/>
                    </a:cubicBezTo>
                    <a:lnTo>
                      <a:pt x="1409" y="7416"/>
                    </a:lnTo>
                    <a:cubicBezTo>
                      <a:pt x="1516" y="4868"/>
                      <a:pt x="2079" y="2347"/>
                      <a:pt x="30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 rot="10800000">
                <a:off x="7805096" y="1135375"/>
                <a:ext cx="141827" cy="342424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7417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993" y="2347"/>
                      <a:pt x="1556" y="4868"/>
                      <a:pt x="1664" y="7416"/>
                    </a:cubicBezTo>
                    <a:lnTo>
                      <a:pt x="3072" y="7416"/>
                    </a:lnTo>
                    <a:cubicBezTo>
                      <a:pt x="3072" y="4613"/>
                      <a:pt x="81" y="121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 rot="10800000">
                <a:off x="7785888" y="1135378"/>
                <a:ext cx="328205" cy="37211"/>
              </a:xfrm>
              <a:custGeom>
                <a:avLst/>
                <a:gdLst/>
                <a:ahLst/>
                <a:cxnLst/>
                <a:rect l="l" t="t" r="r" b="b"/>
                <a:pathLst>
                  <a:path w="7109" h="806" extrusionOk="0">
                    <a:moveTo>
                      <a:pt x="550" y="1"/>
                    </a:moveTo>
                    <a:cubicBezTo>
                      <a:pt x="188" y="1"/>
                      <a:pt x="1" y="430"/>
                      <a:pt x="255" y="685"/>
                    </a:cubicBezTo>
                    <a:cubicBezTo>
                      <a:pt x="336" y="765"/>
                      <a:pt x="443" y="805"/>
                      <a:pt x="550" y="805"/>
                    </a:cubicBezTo>
                    <a:lnTo>
                      <a:pt x="6706" y="805"/>
                    </a:lnTo>
                    <a:cubicBezTo>
                      <a:pt x="6921" y="805"/>
                      <a:pt x="7108" y="631"/>
                      <a:pt x="7108" y="403"/>
                    </a:cubicBezTo>
                    <a:cubicBezTo>
                      <a:pt x="7108" y="175"/>
                      <a:pt x="6921" y="1"/>
                      <a:pt x="6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 rot="10800000">
                <a:off x="7805094" y="2498732"/>
                <a:ext cx="283607" cy="508397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11012" extrusionOk="0">
                    <a:moveTo>
                      <a:pt x="3072" y="1"/>
                    </a:moveTo>
                    <a:cubicBezTo>
                      <a:pt x="2870" y="1"/>
                      <a:pt x="2280" y="1382"/>
                      <a:pt x="1677" y="3233"/>
                    </a:cubicBezTo>
                    <a:cubicBezTo>
                      <a:pt x="1462" y="3850"/>
                      <a:pt x="1248" y="4534"/>
                      <a:pt x="1060" y="5244"/>
                    </a:cubicBezTo>
                    <a:cubicBezTo>
                      <a:pt x="1046" y="5271"/>
                      <a:pt x="1033" y="5311"/>
                      <a:pt x="1033" y="5338"/>
                    </a:cubicBezTo>
                    <a:cubicBezTo>
                      <a:pt x="993" y="5446"/>
                      <a:pt x="966" y="5580"/>
                      <a:pt x="939" y="5660"/>
                    </a:cubicBezTo>
                    <a:cubicBezTo>
                      <a:pt x="926" y="5727"/>
                      <a:pt x="899" y="5821"/>
                      <a:pt x="872" y="5902"/>
                    </a:cubicBezTo>
                    <a:cubicBezTo>
                      <a:pt x="389" y="7766"/>
                      <a:pt x="0" y="9683"/>
                      <a:pt x="0" y="11011"/>
                    </a:cubicBezTo>
                    <a:lnTo>
                      <a:pt x="6143" y="11011"/>
                    </a:lnTo>
                    <a:cubicBezTo>
                      <a:pt x="6143" y="9683"/>
                      <a:pt x="5767" y="7766"/>
                      <a:pt x="5271" y="5902"/>
                    </a:cubicBezTo>
                    <a:lnTo>
                      <a:pt x="5204" y="5660"/>
                    </a:lnTo>
                    <a:cubicBezTo>
                      <a:pt x="5177" y="5553"/>
                      <a:pt x="5150" y="5446"/>
                      <a:pt x="5123" y="5338"/>
                    </a:cubicBezTo>
                    <a:cubicBezTo>
                      <a:pt x="5110" y="5311"/>
                      <a:pt x="5097" y="5271"/>
                      <a:pt x="5097" y="5244"/>
                    </a:cubicBezTo>
                    <a:cubicBezTo>
                      <a:pt x="4895" y="4547"/>
                      <a:pt x="4681" y="3863"/>
                      <a:pt x="4480" y="3233"/>
                    </a:cubicBezTo>
                    <a:cubicBezTo>
                      <a:pt x="3863" y="1382"/>
                      <a:pt x="3273" y="1"/>
                      <a:pt x="30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 rot="10800000">
                <a:off x="7805094" y="1306877"/>
                <a:ext cx="283607" cy="1191906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25817" extrusionOk="0">
                    <a:moveTo>
                      <a:pt x="0" y="0"/>
                    </a:moveTo>
                    <a:lnTo>
                      <a:pt x="0" y="25817"/>
                    </a:lnTo>
                    <a:lnTo>
                      <a:pt x="6143" y="25817"/>
                    </a:lnTo>
                    <a:lnTo>
                      <a:pt x="614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 rot="10800000">
                <a:off x="8040363" y="1306877"/>
                <a:ext cx="48337" cy="1191906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25817" extrusionOk="0">
                    <a:moveTo>
                      <a:pt x="0" y="0"/>
                    </a:moveTo>
                    <a:lnTo>
                      <a:pt x="0" y="25817"/>
                    </a:lnTo>
                    <a:lnTo>
                      <a:pt x="1046" y="25817"/>
                    </a:lnTo>
                    <a:lnTo>
                      <a:pt x="10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 rot="10800000">
                <a:off x="7946874" y="2498732"/>
                <a:ext cx="141827" cy="508997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1025" extrusionOk="0">
                    <a:moveTo>
                      <a:pt x="3072" y="0"/>
                    </a:moveTo>
                    <a:cubicBezTo>
                      <a:pt x="2884" y="0"/>
                      <a:pt x="2280" y="1395"/>
                      <a:pt x="1677" y="3246"/>
                    </a:cubicBezTo>
                    <a:cubicBezTo>
                      <a:pt x="1462" y="3863"/>
                      <a:pt x="1261" y="4547"/>
                      <a:pt x="1060" y="5257"/>
                    </a:cubicBezTo>
                    <a:cubicBezTo>
                      <a:pt x="1046" y="5284"/>
                      <a:pt x="1033" y="5324"/>
                      <a:pt x="1033" y="5351"/>
                    </a:cubicBezTo>
                    <a:cubicBezTo>
                      <a:pt x="1006" y="5459"/>
                      <a:pt x="966" y="5593"/>
                      <a:pt x="939" y="5673"/>
                    </a:cubicBezTo>
                    <a:cubicBezTo>
                      <a:pt x="926" y="5740"/>
                      <a:pt x="899" y="5834"/>
                      <a:pt x="886" y="5915"/>
                    </a:cubicBezTo>
                    <a:cubicBezTo>
                      <a:pt x="389" y="7779"/>
                      <a:pt x="0" y="9696"/>
                      <a:pt x="0" y="11024"/>
                    </a:cubicBezTo>
                    <a:lnTo>
                      <a:pt x="1046" y="11024"/>
                    </a:lnTo>
                    <a:cubicBezTo>
                      <a:pt x="1073" y="8396"/>
                      <a:pt x="1409" y="5780"/>
                      <a:pt x="2052" y="3246"/>
                    </a:cubicBezTo>
                    <a:cubicBezTo>
                      <a:pt x="2321" y="2146"/>
                      <a:pt x="2669" y="1060"/>
                      <a:pt x="30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 rot="10800000">
                <a:off x="7805097" y="1306877"/>
                <a:ext cx="48337" cy="1191906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25817" extrusionOk="0">
                    <a:moveTo>
                      <a:pt x="1" y="0"/>
                    </a:moveTo>
                    <a:lnTo>
                      <a:pt x="1" y="25817"/>
                    </a:lnTo>
                    <a:lnTo>
                      <a:pt x="1047" y="25817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 rot="10800000">
                <a:off x="7805096" y="2498732"/>
                <a:ext cx="141827" cy="508997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1025" extrusionOk="0">
                    <a:moveTo>
                      <a:pt x="1" y="0"/>
                    </a:moveTo>
                    <a:cubicBezTo>
                      <a:pt x="416" y="1060"/>
                      <a:pt x="752" y="2146"/>
                      <a:pt x="1020" y="3246"/>
                    </a:cubicBezTo>
                    <a:cubicBezTo>
                      <a:pt x="1677" y="5780"/>
                      <a:pt x="2012" y="8396"/>
                      <a:pt x="2026" y="11024"/>
                    </a:cubicBezTo>
                    <a:lnTo>
                      <a:pt x="3072" y="11024"/>
                    </a:lnTo>
                    <a:cubicBezTo>
                      <a:pt x="3058" y="10461"/>
                      <a:pt x="3018" y="9898"/>
                      <a:pt x="2938" y="9348"/>
                    </a:cubicBezTo>
                    <a:cubicBezTo>
                      <a:pt x="2750" y="8181"/>
                      <a:pt x="2508" y="7041"/>
                      <a:pt x="2200" y="5915"/>
                    </a:cubicBezTo>
                    <a:lnTo>
                      <a:pt x="2133" y="5673"/>
                    </a:lnTo>
                    <a:cubicBezTo>
                      <a:pt x="2106" y="5566"/>
                      <a:pt x="2079" y="5459"/>
                      <a:pt x="2052" y="5351"/>
                    </a:cubicBezTo>
                    <a:cubicBezTo>
                      <a:pt x="2039" y="5324"/>
                      <a:pt x="2026" y="5284"/>
                      <a:pt x="2026" y="5257"/>
                    </a:cubicBezTo>
                    <a:cubicBezTo>
                      <a:pt x="1824" y="4560"/>
                      <a:pt x="1610" y="3876"/>
                      <a:pt x="1409" y="3246"/>
                    </a:cubicBezTo>
                    <a:cubicBezTo>
                      <a:pt x="792" y="1382"/>
                      <a:pt x="202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 rot="10800000">
                <a:off x="7792074" y="1306889"/>
                <a:ext cx="309645" cy="38411"/>
              </a:xfrm>
              <a:custGeom>
                <a:avLst/>
                <a:gdLst/>
                <a:ahLst/>
                <a:cxnLst/>
                <a:rect l="l" t="t" r="r" b="b"/>
                <a:pathLst>
                  <a:path w="6707" h="832" extrusionOk="0">
                    <a:moveTo>
                      <a:pt x="417" y="0"/>
                    </a:moveTo>
                    <a:cubicBezTo>
                      <a:pt x="189" y="0"/>
                      <a:pt x="1" y="188"/>
                      <a:pt x="1" y="416"/>
                    </a:cubicBezTo>
                    <a:cubicBezTo>
                      <a:pt x="1" y="644"/>
                      <a:pt x="189" y="832"/>
                      <a:pt x="417" y="832"/>
                    </a:cubicBezTo>
                    <a:lnTo>
                      <a:pt x="6291" y="832"/>
                    </a:lnTo>
                    <a:cubicBezTo>
                      <a:pt x="6519" y="832"/>
                      <a:pt x="6706" y="644"/>
                      <a:pt x="6706" y="416"/>
                    </a:cubicBezTo>
                    <a:cubicBezTo>
                      <a:pt x="6706" y="188"/>
                      <a:pt x="6519" y="0"/>
                      <a:pt x="62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 rot="10800000">
                <a:off x="7805094" y="2283275"/>
                <a:ext cx="283607" cy="21745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471" extrusionOk="0">
                    <a:moveTo>
                      <a:pt x="0" y="1"/>
                    </a:moveTo>
                    <a:lnTo>
                      <a:pt x="0" y="470"/>
                    </a:lnTo>
                    <a:lnTo>
                      <a:pt x="6143" y="470"/>
                    </a:lnTo>
                    <a:lnTo>
                      <a:pt x="614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 rot="10800000">
                <a:off x="7805094" y="2236831"/>
                <a:ext cx="283607" cy="10572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229" extrusionOk="0">
                    <a:moveTo>
                      <a:pt x="0" y="0"/>
                    </a:moveTo>
                    <a:lnTo>
                      <a:pt x="0" y="228"/>
                    </a:lnTo>
                    <a:lnTo>
                      <a:pt x="6143" y="228"/>
                    </a:lnTo>
                    <a:lnTo>
                      <a:pt x="6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 rot="10800000">
                <a:off x="7805094" y="1476553"/>
                <a:ext cx="283607" cy="21699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470" extrusionOk="0">
                    <a:moveTo>
                      <a:pt x="0" y="0"/>
                    </a:moveTo>
                    <a:lnTo>
                      <a:pt x="0" y="470"/>
                    </a:lnTo>
                    <a:lnTo>
                      <a:pt x="6143" y="470"/>
                    </a:lnTo>
                    <a:lnTo>
                      <a:pt x="61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 rot="10800000">
                <a:off x="7805094" y="1534123"/>
                <a:ext cx="283607" cy="11173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242" extrusionOk="0">
                    <a:moveTo>
                      <a:pt x="0" y="0"/>
                    </a:moveTo>
                    <a:lnTo>
                      <a:pt x="0" y="242"/>
                    </a:lnTo>
                    <a:lnTo>
                      <a:pt x="6143" y="242"/>
                    </a:lnTo>
                    <a:lnTo>
                      <a:pt x="6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 rot="10800000">
                <a:off x="7852139" y="2760643"/>
                <a:ext cx="188871" cy="4386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95" extrusionOk="0">
                    <a:moveTo>
                      <a:pt x="27" y="0"/>
                    </a:moveTo>
                    <a:cubicBezTo>
                      <a:pt x="13" y="27"/>
                      <a:pt x="0" y="67"/>
                      <a:pt x="0" y="94"/>
                    </a:cubicBezTo>
                    <a:lnTo>
                      <a:pt x="4090" y="94"/>
                    </a:lnTo>
                    <a:cubicBezTo>
                      <a:pt x="4077" y="67"/>
                      <a:pt x="4064" y="27"/>
                      <a:pt x="40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 rot="10800000">
                <a:off x="7845352" y="2734650"/>
                <a:ext cx="203091" cy="11173"/>
              </a:xfrm>
              <a:custGeom>
                <a:avLst/>
                <a:gdLst/>
                <a:ahLst/>
                <a:cxnLst/>
                <a:rect l="l" t="t" r="r" b="b"/>
                <a:pathLst>
                  <a:path w="4399" h="242" extrusionOk="0">
                    <a:moveTo>
                      <a:pt x="67" y="0"/>
                    </a:moveTo>
                    <a:cubicBezTo>
                      <a:pt x="54" y="81"/>
                      <a:pt x="27" y="161"/>
                      <a:pt x="0" y="242"/>
                    </a:cubicBezTo>
                    <a:lnTo>
                      <a:pt x="4399" y="242"/>
                    </a:lnTo>
                    <a:lnTo>
                      <a:pt x="433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>
                <a:off x="7993919" y="1952672"/>
                <a:ext cx="94782" cy="178345"/>
              </a:xfrm>
              <a:custGeom>
                <a:avLst/>
                <a:gdLst/>
                <a:ahLst/>
                <a:cxnLst/>
                <a:rect l="l" t="t" r="r" b="b"/>
                <a:pathLst>
                  <a:path w="2053" h="3863" extrusionOk="0">
                    <a:moveTo>
                      <a:pt x="0" y="0"/>
                    </a:moveTo>
                    <a:lnTo>
                      <a:pt x="0" y="3863"/>
                    </a:lnTo>
                    <a:lnTo>
                      <a:pt x="2052" y="3863"/>
                    </a:lnTo>
                    <a:lnTo>
                      <a:pt x="205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 rot="10800000">
                <a:off x="7899831" y="1952672"/>
                <a:ext cx="94136" cy="178345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3863" extrusionOk="0">
                    <a:moveTo>
                      <a:pt x="0" y="0"/>
                    </a:moveTo>
                    <a:lnTo>
                      <a:pt x="0" y="3863"/>
                    </a:lnTo>
                    <a:lnTo>
                      <a:pt x="2039" y="3863"/>
                    </a:lnTo>
                    <a:lnTo>
                      <a:pt x="203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 rot="10800000">
                <a:off x="7805096" y="1952672"/>
                <a:ext cx="94782" cy="178345"/>
              </a:xfrm>
              <a:custGeom>
                <a:avLst/>
                <a:gdLst/>
                <a:ahLst/>
                <a:cxnLst/>
                <a:rect l="l" t="t" r="r" b="b"/>
                <a:pathLst>
                  <a:path w="2053" h="3863" extrusionOk="0">
                    <a:moveTo>
                      <a:pt x="1" y="0"/>
                    </a:moveTo>
                    <a:lnTo>
                      <a:pt x="1" y="3863"/>
                    </a:lnTo>
                    <a:lnTo>
                      <a:pt x="2053" y="3863"/>
                    </a:lnTo>
                    <a:lnTo>
                      <a:pt x="20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 rot="10800000">
                <a:off x="7993919" y="1774328"/>
                <a:ext cx="94782" cy="178391"/>
              </a:xfrm>
              <a:custGeom>
                <a:avLst/>
                <a:gdLst/>
                <a:ahLst/>
                <a:cxnLst/>
                <a:rect l="l" t="t" r="r" b="b"/>
                <a:pathLst>
                  <a:path w="2053" h="3864" extrusionOk="0">
                    <a:moveTo>
                      <a:pt x="0" y="1"/>
                    </a:moveTo>
                    <a:lnTo>
                      <a:pt x="0" y="3863"/>
                    </a:lnTo>
                    <a:lnTo>
                      <a:pt x="2052" y="3863"/>
                    </a:lnTo>
                    <a:lnTo>
                      <a:pt x="205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8"/>
              <p:cNvSpPr/>
              <p:nvPr/>
            </p:nvSpPr>
            <p:spPr>
              <a:xfrm rot="10800000">
                <a:off x="7899831" y="1774328"/>
                <a:ext cx="94136" cy="178391"/>
              </a:xfrm>
              <a:custGeom>
                <a:avLst/>
                <a:gdLst/>
                <a:ahLst/>
                <a:cxnLst/>
                <a:rect l="l" t="t" r="r" b="b"/>
                <a:pathLst>
                  <a:path w="2039" h="3864" extrusionOk="0">
                    <a:moveTo>
                      <a:pt x="0" y="1"/>
                    </a:moveTo>
                    <a:lnTo>
                      <a:pt x="0" y="3863"/>
                    </a:lnTo>
                    <a:lnTo>
                      <a:pt x="2039" y="3863"/>
                    </a:lnTo>
                    <a:lnTo>
                      <a:pt x="20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 rot="10800000">
                <a:off x="7805096" y="1774328"/>
                <a:ext cx="94782" cy="178391"/>
              </a:xfrm>
              <a:custGeom>
                <a:avLst/>
                <a:gdLst/>
                <a:ahLst/>
                <a:cxnLst/>
                <a:rect l="l" t="t" r="r" b="b"/>
                <a:pathLst>
                  <a:path w="2053" h="3864" extrusionOk="0">
                    <a:moveTo>
                      <a:pt x="1" y="1"/>
                    </a:moveTo>
                    <a:lnTo>
                      <a:pt x="1" y="3863"/>
                    </a:lnTo>
                    <a:lnTo>
                      <a:pt x="2053" y="3863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 rot="10800000">
                <a:off x="7785888" y="1135378"/>
                <a:ext cx="322018" cy="18606"/>
              </a:xfrm>
              <a:custGeom>
                <a:avLst/>
                <a:gdLst/>
                <a:ahLst/>
                <a:cxnLst/>
                <a:rect l="l" t="t" r="r" b="b"/>
                <a:pathLst>
                  <a:path w="6975" h="403" extrusionOk="0">
                    <a:moveTo>
                      <a:pt x="1" y="0"/>
                    </a:moveTo>
                    <a:cubicBezTo>
                      <a:pt x="1" y="107"/>
                      <a:pt x="54" y="215"/>
                      <a:pt x="121" y="282"/>
                    </a:cubicBezTo>
                    <a:cubicBezTo>
                      <a:pt x="202" y="362"/>
                      <a:pt x="309" y="402"/>
                      <a:pt x="416" y="402"/>
                    </a:cubicBezTo>
                    <a:lnTo>
                      <a:pt x="6572" y="402"/>
                    </a:lnTo>
                    <a:cubicBezTo>
                      <a:pt x="6787" y="402"/>
                      <a:pt x="6974" y="228"/>
                      <a:pt x="69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 rot="10800000">
                <a:off x="7792074" y="1306889"/>
                <a:ext cx="309645" cy="19252"/>
              </a:xfrm>
              <a:custGeom>
                <a:avLst/>
                <a:gdLst/>
                <a:ahLst/>
                <a:cxnLst/>
                <a:rect l="l" t="t" r="r" b="b"/>
                <a:pathLst>
                  <a:path w="6707" h="417" extrusionOk="0">
                    <a:moveTo>
                      <a:pt x="1" y="1"/>
                    </a:moveTo>
                    <a:cubicBezTo>
                      <a:pt x="1" y="229"/>
                      <a:pt x="189" y="417"/>
                      <a:pt x="417" y="417"/>
                    </a:cubicBezTo>
                    <a:lnTo>
                      <a:pt x="6291" y="417"/>
                    </a:lnTo>
                    <a:cubicBezTo>
                      <a:pt x="6519" y="417"/>
                      <a:pt x="6706" y="229"/>
                      <a:pt x="67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 rot="10800000">
                <a:off x="7805094" y="1476553"/>
                <a:ext cx="283607" cy="10572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229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6143" y="229"/>
                    </a:lnTo>
                    <a:lnTo>
                      <a:pt x="6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 rot="10800000">
                <a:off x="7805094" y="2283275"/>
                <a:ext cx="283607" cy="11219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243" extrusionOk="0">
                    <a:moveTo>
                      <a:pt x="0" y="1"/>
                    </a:moveTo>
                    <a:lnTo>
                      <a:pt x="0" y="242"/>
                    </a:lnTo>
                    <a:lnTo>
                      <a:pt x="6143" y="242"/>
                    </a:lnTo>
                    <a:lnTo>
                      <a:pt x="6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 rot="10800000">
                <a:off x="7841012" y="1280250"/>
                <a:ext cx="211770" cy="26685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578" extrusionOk="0">
                    <a:moveTo>
                      <a:pt x="242" y="1"/>
                    </a:moveTo>
                    <a:cubicBezTo>
                      <a:pt x="161" y="188"/>
                      <a:pt x="81" y="389"/>
                      <a:pt x="0" y="577"/>
                    </a:cubicBezTo>
                    <a:lnTo>
                      <a:pt x="4587" y="577"/>
                    </a:lnTo>
                    <a:cubicBezTo>
                      <a:pt x="4506" y="389"/>
                      <a:pt x="4426" y="188"/>
                      <a:pt x="4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 rot="10800000">
                <a:off x="7805097" y="1952672"/>
                <a:ext cx="47091" cy="178345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3863" extrusionOk="0">
                    <a:moveTo>
                      <a:pt x="0" y="0"/>
                    </a:moveTo>
                    <a:lnTo>
                      <a:pt x="0" y="3863"/>
                    </a:lnTo>
                    <a:lnTo>
                      <a:pt x="1020" y="3863"/>
                    </a:lnTo>
                    <a:lnTo>
                      <a:pt x="10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 rot="10800000">
                <a:off x="7805097" y="1774328"/>
                <a:ext cx="47091" cy="178391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3864" extrusionOk="0">
                    <a:moveTo>
                      <a:pt x="0" y="1"/>
                    </a:moveTo>
                    <a:lnTo>
                      <a:pt x="0" y="3863"/>
                    </a:lnTo>
                    <a:lnTo>
                      <a:pt x="1020" y="3863"/>
                    </a:lnTo>
                    <a:lnTo>
                      <a:pt x="1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 rot="10800000">
                <a:off x="8041610" y="1952672"/>
                <a:ext cx="47091" cy="178345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3863" extrusionOk="0">
                    <a:moveTo>
                      <a:pt x="0" y="0"/>
                    </a:moveTo>
                    <a:lnTo>
                      <a:pt x="0" y="3863"/>
                    </a:lnTo>
                    <a:lnTo>
                      <a:pt x="1020" y="3863"/>
                    </a:lnTo>
                    <a:lnTo>
                      <a:pt x="10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 rot="10800000">
                <a:off x="8041610" y="1774328"/>
                <a:ext cx="47091" cy="178391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3864" extrusionOk="0">
                    <a:moveTo>
                      <a:pt x="0" y="1"/>
                    </a:moveTo>
                    <a:lnTo>
                      <a:pt x="0" y="3863"/>
                    </a:lnTo>
                    <a:lnTo>
                      <a:pt x="1020" y="3863"/>
                    </a:lnTo>
                    <a:lnTo>
                      <a:pt x="1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 rot="10800000">
                <a:off x="7805094" y="1763804"/>
                <a:ext cx="283607" cy="10572"/>
              </a:xfrm>
              <a:custGeom>
                <a:avLst/>
                <a:gdLst/>
                <a:ahLst/>
                <a:cxnLst/>
                <a:rect l="l" t="t" r="r" b="b"/>
                <a:pathLst>
                  <a:path w="6143" h="229" extrusionOk="0">
                    <a:moveTo>
                      <a:pt x="0" y="0"/>
                    </a:moveTo>
                    <a:lnTo>
                      <a:pt x="0" y="228"/>
                    </a:lnTo>
                    <a:lnTo>
                      <a:pt x="6143" y="228"/>
                    </a:lnTo>
                    <a:lnTo>
                      <a:pt x="61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>
            <a:spLocks noGrp="1"/>
          </p:cNvSpPr>
          <p:nvPr>
            <p:ph type="title"/>
          </p:nvPr>
        </p:nvSpPr>
        <p:spPr>
          <a:xfrm>
            <a:off x="1876300" y="1362338"/>
            <a:ext cx="5391300" cy="7920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8" name="Google Shape;168;p9"/>
          <p:cNvSpPr txBox="1">
            <a:spLocks noGrp="1"/>
          </p:cNvSpPr>
          <p:nvPr>
            <p:ph type="subTitle" idx="1"/>
          </p:nvPr>
        </p:nvSpPr>
        <p:spPr>
          <a:xfrm>
            <a:off x="1876300" y="2154338"/>
            <a:ext cx="5391300" cy="16314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1"/>
          </p:nvPr>
        </p:nvSpPr>
        <p:spPr>
          <a:xfrm>
            <a:off x="5852501" y="1584938"/>
            <a:ext cx="2225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2"/>
          </p:nvPr>
        </p:nvSpPr>
        <p:spPr>
          <a:xfrm>
            <a:off x="5852486" y="1983188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3"/>
          </p:nvPr>
        </p:nvSpPr>
        <p:spPr>
          <a:xfrm>
            <a:off x="2030147" y="1584938"/>
            <a:ext cx="2225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4"/>
          </p:nvPr>
        </p:nvSpPr>
        <p:spPr>
          <a:xfrm>
            <a:off x="2030136" y="1983188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5"/>
          </p:nvPr>
        </p:nvSpPr>
        <p:spPr>
          <a:xfrm>
            <a:off x="5852501" y="3209825"/>
            <a:ext cx="2225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6"/>
          </p:nvPr>
        </p:nvSpPr>
        <p:spPr>
          <a:xfrm>
            <a:off x="5852486" y="3608125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7"/>
          </p:nvPr>
        </p:nvSpPr>
        <p:spPr>
          <a:xfrm>
            <a:off x="2030147" y="3209825"/>
            <a:ext cx="2225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8"/>
          </p:nvPr>
        </p:nvSpPr>
        <p:spPr>
          <a:xfrm>
            <a:off x="2030136" y="3608125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title" idx="9" hasCustomPrompt="1"/>
          </p:nvPr>
        </p:nvSpPr>
        <p:spPr>
          <a:xfrm>
            <a:off x="1066100" y="1730988"/>
            <a:ext cx="811500" cy="729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13" hasCustomPrompt="1"/>
          </p:nvPr>
        </p:nvSpPr>
        <p:spPr>
          <a:xfrm>
            <a:off x="4888597" y="1730988"/>
            <a:ext cx="811500" cy="729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14" hasCustomPrompt="1"/>
          </p:nvPr>
        </p:nvSpPr>
        <p:spPr>
          <a:xfrm>
            <a:off x="1066100" y="3360275"/>
            <a:ext cx="811500" cy="729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>
            <a:spLocks noGrp="1"/>
          </p:cNvSpPr>
          <p:nvPr>
            <p:ph type="title" idx="15" hasCustomPrompt="1"/>
          </p:nvPr>
        </p:nvSpPr>
        <p:spPr>
          <a:xfrm>
            <a:off x="4888597" y="3360296"/>
            <a:ext cx="811500" cy="729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6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6"/>
          <p:cNvSpPr txBox="1">
            <a:spLocks noGrp="1"/>
          </p:cNvSpPr>
          <p:nvPr>
            <p:ph type="subTitle" idx="1"/>
          </p:nvPr>
        </p:nvSpPr>
        <p:spPr>
          <a:xfrm>
            <a:off x="3452900" y="2793263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1" name="Google Shape;301;p16"/>
          <p:cNvSpPr txBox="1">
            <a:spLocks noGrp="1"/>
          </p:cNvSpPr>
          <p:nvPr>
            <p:ph type="subTitle" idx="2"/>
          </p:nvPr>
        </p:nvSpPr>
        <p:spPr>
          <a:xfrm>
            <a:off x="3452875" y="3148700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2" name="Google Shape;302;p16"/>
          <p:cNvSpPr txBox="1">
            <a:spLocks noGrp="1"/>
          </p:cNvSpPr>
          <p:nvPr>
            <p:ph type="subTitle" idx="3"/>
          </p:nvPr>
        </p:nvSpPr>
        <p:spPr>
          <a:xfrm>
            <a:off x="1034238" y="2793263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3" name="Google Shape;303;p16"/>
          <p:cNvSpPr txBox="1">
            <a:spLocks noGrp="1"/>
          </p:cNvSpPr>
          <p:nvPr>
            <p:ph type="subTitle" idx="4"/>
          </p:nvPr>
        </p:nvSpPr>
        <p:spPr>
          <a:xfrm>
            <a:off x="1034238" y="3148700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4" name="Google Shape;304;p16"/>
          <p:cNvSpPr txBox="1">
            <a:spLocks noGrp="1"/>
          </p:cNvSpPr>
          <p:nvPr>
            <p:ph type="subTitle" idx="5"/>
          </p:nvPr>
        </p:nvSpPr>
        <p:spPr>
          <a:xfrm>
            <a:off x="5871625" y="2793263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5" name="Google Shape;305;p16"/>
          <p:cNvSpPr txBox="1">
            <a:spLocks noGrp="1"/>
          </p:cNvSpPr>
          <p:nvPr>
            <p:ph type="subTitle" idx="6"/>
          </p:nvPr>
        </p:nvSpPr>
        <p:spPr>
          <a:xfrm>
            <a:off x="5871600" y="3148700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17"/>
          <p:cNvSpPr txBox="1">
            <a:spLocks noGrp="1"/>
          </p:cNvSpPr>
          <p:nvPr>
            <p:ph type="subTitle" idx="1"/>
          </p:nvPr>
        </p:nvSpPr>
        <p:spPr>
          <a:xfrm>
            <a:off x="4926625" y="1948963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7"/>
          <p:cNvSpPr txBox="1">
            <a:spLocks noGrp="1"/>
          </p:cNvSpPr>
          <p:nvPr>
            <p:ph type="subTitle" idx="2"/>
          </p:nvPr>
        </p:nvSpPr>
        <p:spPr>
          <a:xfrm>
            <a:off x="4926600" y="2304400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1" name="Google Shape;311;p17"/>
          <p:cNvSpPr txBox="1">
            <a:spLocks noGrp="1"/>
          </p:cNvSpPr>
          <p:nvPr>
            <p:ph type="subTitle" idx="3"/>
          </p:nvPr>
        </p:nvSpPr>
        <p:spPr>
          <a:xfrm>
            <a:off x="1979063" y="1948963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subTitle" idx="4"/>
          </p:nvPr>
        </p:nvSpPr>
        <p:spPr>
          <a:xfrm>
            <a:off x="1979063" y="2304400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3" name="Google Shape;313;p17"/>
          <p:cNvSpPr txBox="1">
            <a:spLocks noGrp="1"/>
          </p:cNvSpPr>
          <p:nvPr>
            <p:ph type="subTitle" idx="5"/>
          </p:nvPr>
        </p:nvSpPr>
        <p:spPr>
          <a:xfrm>
            <a:off x="4926625" y="3583350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4" name="Google Shape;314;p17"/>
          <p:cNvSpPr txBox="1">
            <a:spLocks noGrp="1"/>
          </p:cNvSpPr>
          <p:nvPr>
            <p:ph type="subTitle" idx="6"/>
          </p:nvPr>
        </p:nvSpPr>
        <p:spPr>
          <a:xfrm>
            <a:off x="4926650" y="3938725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5" name="Google Shape;315;p17"/>
          <p:cNvSpPr txBox="1">
            <a:spLocks noGrp="1"/>
          </p:cNvSpPr>
          <p:nvPr>
            <p:ph type="subTitle" idx="7"/>
          </p:nvPr>
        </p:nvSpPr>
        <p:spPr>
          <a:xfrm>
            <a:off x="1979075" y="3583350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2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6" name="Google Shape;316;p17"/>
          <p:cNvSpPr txBox="1">
            <a:spLocks noGrp="1"/>
          </p:cNvSpPr>
          <p:nvPr>
            <p:ph type="subTitle" idx="8"/>
          </p:nvPr>
        </p:nvSpPr>
        <p:spPr>
          <a:xfrm>
            <a:off x="1979050" y="3938725"/>
            <a:ext cx="2238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_AND_BODY_2"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9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9" name="Google Shape;609;p29"/>
          <p:cNvSpPr txBox="1">
            <a:spLocks noGrp="1"/>
          </p:cNvSpPr>
          <p:nvPr>
            <p:ph type="body" idx="1"/>
          </p:nvPr>
        </p:nvSpPr>
        <p:spPr>
          <a:xfrm>
            <a:off x="964250" y="1700550"/>
            <a:ext cx="3896700" cy="22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1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7" name="Google Shape;617;p31"/>
          <p:cNvGrpSpPr/>
          <p:nvPr/>
        </p:nvGrpSpPr>
        <p:grpSpPr>
          <a:xfrm>
            <a:off x="790400" y="-136825"/>
            <a:ext cx="1036337" cy="4625852"/>
            <a:chOff x="7650050" y="-37925"/>
            <a:chExt cx="1036337" cy="4625852"/>
          </a:xfrm>
        </p:grpSpPr>
        <p:sp>
          <p:nvSpPr>
            <p:cNvPr id="618" name="Google Shape;618;p31"/>
            <p:cNvSpPr/>
            <p:nvPr/>
          </p:nvSpPr>
          <p:spPr>
            <a:xfrm>
              <a:off x="7955950" y="-37925"/>
              <a:ext cx="440100" cy="297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9" name="Google Shape;619;p31"/>
            <p:cNvGrpSpPr/>
            <p:nvPr/>
          </p:nvGrpSpPr>
          <p:grpSpPr>
            <a:xfrm>
              <a:off x="7650050" y="2062725"/>
              <a:ext cx="1036337" cy="2525202"/>
              <a:chOff x="7659925" y="355150"/>
              <a:chExt cx="1036337" cy="2525202"/>
            </a:xfrm>
          </p:grpSpPr>
          <p:sp>
            <p:nvSpPr>
              <p:cNvPr id="620" name="Google Shape;620;p31"/>
              <p:cNvSpPr/>
              <p:nvPr/>
            </p:nvSpPr>
            <p:spPr>
              <a:xfrm>
                <a:off x="8273629" y="355150"/>
                <a:ext cx="381426" cy="931379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992" extrusionOk="0">
                    <a:moveTo>
                      <a:pt x="4091" y="1"/>
                    </a:moveTo>
                    <a:lnTo>
                      <a:pt x="1" y="1757"/>
                    </a:lnTo>
                    <a:lnTo>
                      <a:pt x="1" y="5687"/>
                    </a:lnTo>
                    <a:cubicBezTo>
                      <a:pt x="1" y="5687"/>
                      <a:pt x="886" y="6827"/>
                      <a:pt x="2589" y="9992"/>
                    </a:cubicBezTo>
                    <a:lnTo>
                      <a:pt x="4091" y="6921"/>
                    </a:lnTo>
                    <a:lnTo>
                      <a:pt x="40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1"/>
              <p:cNvSpPr/>
              <p:nvPr/>
            </p:nvSpPr>
            <p:spPr>
              <a:xfrm>
                <a:off x="8274934" y="355150"/>
                <a:ext cx="380121" cy="246361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2643" extrusionOk="0">
                    <a:moveTo>
                      <a:pt x="4077" y="1"/>
                    </a:moveTo>
                    <a:lnTo>
                      <a:pt x="2884" y="510"/>
                    </a:lnTo>
                    <a:lnTo>
                      <a:pt x="0" y="1757"/>
                    </a:lnTo>
                    <a:lnTo>
                      <a:pt x="0" y="2643"/>
                    </a:lnTo>
                    <a:lnTo>
                      <a:pt x="2884" y="1409"/>
                    </a:lnTo>
                    <a:lnTo>
                      <a:pt x="4077" y="886"/>
                    </a:lnTo>
                    <a:lnTo>
                      <a:pt x="40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1"/>
              <p:cNvSpPr/>
              <p:nvPr/>
            </p:nvSpPr>
            <p:spPr>
              <a:xfrm>
                <a:off x="7702429" y="355150"/>
                <a:ext cx="380027" cy="931379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9992" extrusionOk="0">
                    <a:moveTo>
                      <a:pt x="0" y="1"/>
                    </a:moveTo>
                    <a:lnTo>
                      <a:pt x="0" y="6921"/>
                    </a:lnTo>
                    <a:lnTo>
                      <a:pt x="1489" y="9992"/>
                    </a:lnTo>
                    <a:cubicBezTo>
                      <a:pt x="1703" y="9603"/>
                      <a:pt x="1891" y="9254"/>
                      <a:pt x="2079" y="8932"/>
                    </a:cubicBezTo>
                    <a:cubicBezTo>
                      <a:pt x="3406" y="6572"/>
                      <a:pt x="4077" y="5687"/>
                      <a:pt x="4077" y="5687"/>
                    </a:cubicBezTo>
                    <a:lnTo>
                      <a:pt x="4077" y="1757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1"/>
              <p:cNvSpPr/>
              <p:nvPr/>
            </p:nvSpPr>
            <p:spPr>
              <a:xfrm>
                <a:off x="7702429" y="355150"/>
                <a:ext cx="380027" cy="246361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2643" extrusionOk="0">
                    <a:moveTo>
                      <a:pt x="0" y="1"/>
                    </a:moveTo>
                    <a:lnTo>
                      <a:pt x="0" y="886"/>
                    </a:lnTo>
                    <a:lnTo>
                      <a:pt x="1194" y="1409"/>
                    </a:lnTo>
                    <a:lnTo>
                      <a:pt x="4077" y="2643"/>
                    </a:lnTo>
                    <a:lnTo>
                      <a:pt x="4077" y="1757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1"/>
              <p:cNvSpPr/>
              <p:nvPr/>
            </p:nvSpPr>
            <p:spPr>
              <a:xfrm>
                <a:off x="7702429" y="437642"/>
                <a:ext cx="191272" cy="848886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9107" extrusionOk="0">
                    <a:moveTo>
                      <a:pt x="0" y="1"/>
                    </a:moveTo>
                    <a:lnTo>
                      <a:pt x="0" y="6036"/>
                    </a:lnTo>
                    <a:lnTo>
                      <a:pt x="1489" y="9107"/>
                    </a:lnTo>
                    <a:cubicBezTo>
                      <a:pt x="1502" y="9093"/>
                      <a:pt x="1515" y="9080"/>
                      <a:pt x="1515" y="9067"/>
                    </a:cubicBezTo>
                    <a:cubicBezTo>
                      <a:pt x="1690" y="8691"/>
                      <a:pt x="1878" y="8342"/>
                      <a:pt x="2052" y="8007"/>
                    </a:cubicBezTo>
                    <a:lnTo>
                      <a:pt x="1194" y="5996"/>
                    </a:lnTo>
                    <a:lnTo>
                      <a:pt x="1194" y="52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1"/>
              <p:cNvSpPr/>
              <p:nvPr/>
            </p:nvSpPr>
            <p:spPr>
              <a:xfrm>
                <a:off x="7702429" y="355150"/>
                <a:ext cx="111296" cy="131336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1409" extrusionOk="0">
                    <a:moveTo>
                      <a:pt x="0" y="1"/>
                    </a:moveTo>
                    <a:lnTo>
                      <a:pt x="0" y="886"/>
                    </a:lnTo>
                    <a:lnTo>
                      <a:pt x="1194" y="1409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1"/>
              <p:cNvSpPr/>
              <p:nvPr/>
            </p:nvSpPr>
            <p:spPr>
              <a:xfrm>
                <a:off x="8462382" y="437642"/>
                <a:ext cx="192670" cy="848886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9107" extrusionOk="0">
                    <a:moveTo>
                      <a:pt x="2066" y="1"/>
                    </a:moveTo>
                    <a:lnTo>
                      <a:pt x="873" y="524"/>
                    </a:lnTo>
                    <a:lnTo>
                      <a:pt x="873" y="5996"/>
                    </a:lnTo>
                    <a:lnTo>
                      <a:pt x="1" y="8007"/>
                    </a:lnTo>
                    <a:cubicBezTo>
                      <a:pt x="189" y="8342"/>
                      <a:pt x="363" y="8691"/>
                      <a:pt x="537" y="9067"/>
                    </a:cubicBezTo>
                    <a:cubicBezTo>
                      <a:pt x="551" y="9080"/>
                      <a:pt x="564" y="9093"/>
                      <a:pt x="564" y="9107"/>
                    </a:cubicBezTo>
                    <a:lnTo>
                      <a:pt x="2066" y="6036"/>
                    </a:lnTo>
                    <a:lnTo>
                      <a:pt x="20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1"/>
              <p:cNvSpPr/>
              <p:nvPr/>
            </p:nvSpPr>
            <p:spPr>
              <a:xfrm>
                <a:off x="8543663" y="355150"/>
                <a:ext cx="111389" cy="131336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409" extrusionOk="0">
                    <a:moveTo>
                      <a:pt x="1194" y="1"/>
                    </a:moveTo>
                    <a:lnTo>
                      <a:pt x="1" y="510"/>
                    </a:lnTo>
                    <a:lnTo>
                      <a:pt x="1" y="1409"/>
                    </a:lnTo>
                    <a:lnTo>
                      <a:pt x="1194" y="886"/>
                    </a:lnTo>
                    <a:lnTo>
                      <a:pt x="11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1"/>
              <p:cNvSpPr/>
              <p:nvPr/>
            </p:nvSpPr>
            <p:spPr>
              <a:xfrm>
                <a:off x="7883633" y="2652820"/>
                <a:ext cx="588917" cy="227532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2441" extrusionOk="0">
                    <a:moveTo>
                      <a:pt x="14" y="0"/>
                    </a:moveTo>
                    <a:cubicBezTo>
                      <a:pt x="1" y="1341"/>
                      <a:pt x="1100" y="2441"/>
                      <a:pt x="2455" y="2441"/>
                    </a:cubicBezTo>
                    <a:lnTo>
                      <a:pt x="3863" y="2441"/>
                    </a:lnTo>
                    <a:cubicBezTo>
                      <a:pt x="5218" y="2441"/>
                      <a:pt x="6317" y="1341"/>
                      <a:pt x="6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1"/>
              <p:cNvSpPr/>
              <p:nvPr/>
            </p:nvSpPr>
            <p:spPr>
              <a:xfrm>
                <a:off x="7662348" y="1951495"/>
                <a:ext cx="1033913" cy="896425"/>
              </a:xfrm>
              <a:custGeom>
                <a:avLst/>
                <a:gdLst/>
                <a:ahLst/>
                <a:cxnLst/>
                <a:rect l="l" t="t" r="r" b="b"/>
                <a:pathLst>
                  <a:path w="11092" h="9617" extrusionOk="0">
                    <a:moveTo>
                      <a:pt x="1" y="1"/>
                    </a:moveTo>
                    <a:lnTo>
                      <a:pt x="1" y="4091"/>
                    </a:lnTo>
                    <a:cubicBezTo>
                      <a:pt x="1" y="5499"/>
                      <a:pt x="524" y="6854"/>
                      <a:pt x="1489" y="7886"/>
                    </a:cubicBezTo>
                    <a:lnTo>
                      <a:pt x="1516" y="7913"/>
                    </a:lnTo>
                    <a:lnTo>
                      <a:pt x="1543" y="7927"/>
                    </a:lnTo>
                    <a:lnTo>
                      <a:pt x="1583" y="7980"/>
                    </a:lnTo>
                    <a:lnTo>
                      <a:pt x="1610" y="8007"/>
                    </a:lnTo>
                    <a:lnTo>
                      <a:pt x="1637" y="8034"/>
                    </a:lnTo>
                    <a:lnTo>
                      <a:pt x="1677" y="8061"/>
                    </a:lnTo>
                    <a:lnTo>
                      <a:pt x="1717" y="8114"/>
                    </a:lnTo>
                    <a:lnTo>
                      <a:pt x="1758" y="8141"/>
                    </a:lnTo>
                    <a:lnTo>
                      <a:pt x="1758" y="8155"/>
                    </a:lnTo>
                    <a:lnTo>
                      <a:pt x="1798" y="8181"/>
                    </a:lnTo>
                    <a:lnTo>
                      <a:pt x="1865" y="8248"/>
                    </a:lnTo>
                    <a:lnTo>
                      <a:pt x="1892" y="8275"/>
                    </a:lnTo>
                    <a:lnTo>
                      <a:pt x="1905" y="8275"/>
                    </a:lnTo>
                    <a:lnTo>
                      <a:pt x="1932" y="8302"/>
                    </a:lnTo>
                    <a:cubicBezTo>
                      <a:pt x="1959" y="8315"/>
                      <a:pt x="1972" y="8342"/>
                      <a:pt x="1999" y="8356"/>
                    </a:cubicBezTo>
                    <a:lnTo>
                      <a:pt x="2039" y="8396"/>
                    </a:lnTo>
                    <a:lnTo>
                      <a:pt x="2093" y="8436"/>
                    </a:lnTo>
                    <a:lnTo>
                      <a:pt x="2133" y="8463"/>
                    </a:lnTo>
                    <a:lnTo>
                      <a:pt x="2147" y="8476"/>
                    </a:lnTo>
                    <a:lnTo>
                      <a:pt x="2200" y="8517"/>
                    </a:lnTo>
                    <a:lnTo>
                      <a:pt x="2241" y="8543"/>
                    </a:lnTo>
                    <a:lnTo>
                      <a:pt x="2294" y="8584"/>
                    </a:lnTo>
                    <a:lnTo>
                      <a:pt x="2334" y="8624"/>
                    </a:lnTo>
                    <a:lnTo>
                      <a:pt x="2388" y="8651"/>
                    </a:lnTo>
                    <a:lnTo>
                      <a:pt x="2482" y="8718"/>
                    </a:lnTo>
                    <a:lnTo>
                      <a:pt x="2509" y="8731"/>
                    </a:lnTo>
                    <a:lnTo>
                      <a:pt x="2536" y="8745"/>
                    </a:lnTo>
                    <a:lnTo>
                      <a:pt x="2603" y="8798"/>
                    </a:lnTo>
                    <a:lnTo>
                      <a:pt x="2656" y="8825"/>
                    </a:lnTo>
                    <a:lnTo>
                      <a:pt x="2696" y="8852"/>
                    </a:lnTo>
                    <a:lnTo>
                      <a:pt x="2777" y="8892"/>
                    </a:lnTo>
                    <a:lnTo>
                      <a:pt x="2817" y="8906"/>
                    </a:lnTo>
                    <a:lnTo>
                      <a:pt x="2831" y="8919"/>
                    </a:lnTo>
                    <a:cubicBezTo>
                      <a:pt x="2844" y="8932"/>
                      <a:pt x="2857" y="8932"/>
                      <a:pt x="2871" y="8946"/>
                    </a:cubicBezTo>
                    <a:lnTo>
                      <a:pt x="2924" y="8973"/>
                    </a:lnTo>
                    <a:cubicBezTo>
                      <a:pt x="2951" y="8986"/>
                      <a:pt x="2965" y="8999"/>
                      <a:pt x="2992" y="8999"/>
                    </a:cubicBezTo>
                    <a:lnTo>
                      <a:pt x="3045" y="9026"/>
                    </a:lnTo>
                    <a:lnTo>
                      <a:pt x="3099" y="9053"/>
                    </a:lnTo>
                    <a:cubicBezTo>
                      <a:pt x="3729" y="9362"/>
                      <a:pt x="4413" y="9549"/>
                      <a:pt x="5110" y="9603"/>
                    </a:cubicBezTo>
                    <a:cubicBezTo>
                      <a:pt x="5258" y="9616"/>
                      <a:pt x="5392" y="9616"/>
                      <a:pt x="5540" y="9616"/>
                    </a:cubicBezTo>
                    <a:cubicBezTo>
                      <a:pt x="8597" y="9616"/>
                      <a:pt x="11092" y="7135"/>
                      <a:pt x="11092" y="4064"/>
                    </a:cubicBezTo>
                    <a:lnTo>
                      <a:pt x="110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1"/>
              <p:cNvSpPr/>
              <p:nvPr/>
            </p:nvSpPr>
            <p:spPr>
              <a:xfrm>
                <a:off x="7659925" y="853926"/>
                <a:ext cx="1036337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11118" h="11776" extrusionOk="0">
                    <a:moveTo>
                      <a:pt x="4748" y="1"/>
                    </a:moveTo>
                    <a:cubicBezTo>
                      <a:pt x="4694" y="1"/>
                      <a:pt x="4640" y="27"/>
                      <a:pt x="4613" y="68"/>
                    </a:cubicBezTo>
                    <a:cubicBezTo>
                      <a:pt x="4573" y="135"/>
                      <a:pt x="4479" y="255"/>
                      <a:pt x="4372" y="416"/>
                    </a:cubicBezTo>
                    <a:cubicBezTo>
                      <a:pt x="3393" y="1865"/>
                      <a:pt x="282" y="6773"/>
                      <a:pt x="27" y="11199"/>
                    </a:cubicBezTo>
                    <a:cubicBezTo>
                      <a:pt x="0" y="11387"/>
                      <a:pt x="0" y="11588"/>
                      <a:pt x="0" y="11776"/>
                    </a:cubicBezTo>
                    <a:lnTo>
                      <a:pt x="11118" y="11776"/>
                    </a:lnTo>
                    <a:cubicBezTo>
                      <a:pt x="11118" y="11588"/>
                      <a:pt x="11118" y="11387"/>
                      <a:pt x="11104" y="11199"/>
                    </a:cubicBezTo>
                    <a:cubicBezTo>
                      <a:pt x="10836" y="6773"/>
                      <a:pt x="7738" y="1865"/>
                      <a:pt x="6759" y="416"/>
                    </a:cubicBezTo>
                    <a:cubicBezTo>
                      <a:pt x="6639" y="255"/>
                      <a:pt x="6558" y="135"/>
                      <a:pt x="6504" y="68"/>
                    </a:cubicBezTo>
                    <a:cubicBezTo>
                      <a:pt x="6478" y="27"/>
                      <a:pt x="6424" y="1"/>
                      <a:pt x="63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1"/>
              <p:cNvSpPr/>
              <p:nvPr/>
            </p:nvSpPr>
            <p:spPr>
              <a:xfrm>
                <a:off x="8067445" y="853926"/>
                <a:ext cx="222591" cy="3887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417" extrusionOk="0">
                    <a:moveTo>
                      <a:pt x="376" y="1"/>
                    </a:moveTo>
                    <a:cubicBezTo>
                      <a:pt x="322" y="1"/>
                      <a:pt x="268" y="27"/>
                      <a:pt x="241" y="68"/>
                    </a:cubicBezTo>
                    <a:cubicBezTo>
                      <a:pt x="201" y="135"/>
                      <a:pt x="107" y="255"/>
                      <a:pt x="0" y="416"/>
                    </a:cubicBezTo>
                    <a:lnTo>
                      <a:pt x="2387" y="416"/>
                    </a:lnTo>
                    <a:cubicBezTo>
                      <a:pt x="2267" y="255"/>
                      <a:pt x="2186" y="135"/>
                      <a:pt x="2132" y="68"/>
                    </a:cubicBezTo>
                    <a:cubicBezTo>
                      <a:pt x="2106" y="27"/>
                      <a:pt x="2052" y="1"/>
                      <a:pt x="20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1"/>
              <p:cNvSpPr/>
              <p:nvPr/>
            </p:nvSpPr>
            <p:spPr>
              <a:xfrm>
                <a:off x="7967430" y="671418"/>
                <a:ext cx="422625" cy="20134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16" extrusionOk="0">
                    <a:moveTo>
                      <a:pt x="107" y="1"/>
                    </a:moveTo>
                    <a:cubicBezTo>
                      <a:pt x="40" y="1"/>
                      <a:pt x="0" y="54"/>
                      <a:pt x="0" y="108"/>
                    </a:cubicBezTo>
                    <a:cubicBezTo>
                      <a:pt x="0" y="162"/>
                      <a:pt x="40" y="215"/>
                      <a:pt x="107" y="215"/>
                    </a:cubicBezTo>
                    <a:lnTo>
                      <a:pt x="4426" y="215"/>
                    </a:lnTo>
                    <a:cubicBezTo>
                      <a:pt x="4479" y="215"/>
                      <a:pt x="4533" y="162"/>
                      <a:pt x="4533" y="108"/>
                    </a:cubicBezTo>
                    <a:cubicBezTo>
                      <a:pt x="4533" y="54"/>
                      <a:pt x="4479" y="1"/>
                      <a:pt x="44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1"/>
              <p:cNvSpPr/>
              <p:nvPr/>
            </p:nvSpPr>
            <p:spPr>
              <a:xfrm>
                <a:off x="8167368" y="355150"/>
                <a:ext cx="21346" cy="10001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10730" extrusionOk="0">
                    <a:moveTo>
                      <a:pt x="122" y="1"/>
                    </a:moveTo>
                    <a:cubicBezTo>
                      <a:pt x="55" y="1"/>
                      <a:pt x="1" y="54"/>
                      <a:pt x="1" y="108"/>
                    </a:cubicBezTo>
                    <a:lnTo>
                      <a:pt x="1" y="10622"/>
                    </a:lnTo>
                    <a:cubicBezTo>
                      <a:pt x="1" y="10676"/>
                      <a:pt x="55" y="10729"/>
                      <a:pt x="122" y="10729"/>
                    </a:cubicBezTo>
                    <a:cubicBezTo>
                      <a:pt x="175" y="10729"/>
                      <a:pt x="229" y="10676"/>
                      <a:pt x="229" y="10609"/>
                    </a:cubicBezTo>
                    <a:lnTo>
                      <a:pt x="229" y="108"/>
                    </a:lnTo>
                    <a:cubicBezTo>
                      <a:pt x="229" y="54"/>
                      <a:pt x="175" y="1"/>
                      <a:pt x="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1"/>
              <p:cNvSpPr/>
              <p:nvPr/>
            </p:nvSpPr>
            <p:spPr>
              <a:xfrm>
                <a:off x="8406176" y="2012735"/>
                <a:ext cx="290077" cy="782705"/>
              </a:xfrm>
              <a:custGeom>
                <a:avLst/>
                <a:gdLst/>
                <a:ahLst/>
                <a:cxnLst/>
                <a:rect l="l" t="t" r="r" b="b"/>
                <a:pathLst>
                  <a:path w="3112" h="8397" extrusionOk="0">
                    <a:moveTo>
                      <a:pt x="1476" y="1"/>
                    </a:moveTo>
                    <a:cubicBezTo>
                      <a:pt x="1462" y="3394"/>
                      <a:pt x="1342" y="6264"/>
                      <a:pt x="0" y="8396"/>
                    </a:cubicBezTo>
                    <a:cubicBezTo>
                      <a:pt x="1905" y="7471"/>
                      <a:pt x="3112" y="5526"/>
                      <a:pt x="3112" y="3407"/>
                    </a:cubicBezTo>
                    <a:lnTo>
                      <a:pt x="31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1"/>
              <p:cNvSpPr/>
              <p:nvPr/>
            </p:nvSpPr>
            <p:spPr>
              <a:xfrm>
                <a:off x="8217423" y="853926"/>
                <a:ext cx="478833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5137" h="11776" extrusionOk="0">
                    <a:moveTo>
                      <a:pt x="27" y="1"/>
                    </a:moveTo>
                    <a:lnTo>
                      <a:pt x="0" y="14"/>
                    </a:lnTo>
                    <a:cubicBezTo>
                      <a:pt x="0" y="14"/>
                      <a:pt x="3501" y="5687"/>
                      <a:pt x="3501" y="11776"/>
                    </a:cubicBezTo>
                    <a:lnTo>
                      <a:pt x="5137" y="11776"/>
                    </a:lnTo>
                    <a:cubicBezTo>
                      <a:pt x="5137" y="7216"/>
                      <a:pt x="1797" y="1932"/>
                      <a:pt x="778" y="430"/>
                    </a:cubicBezTo>
                    <a:cubicBezTo>
                      <a:pt x="671" y="255"/>
                      <a:pt x="577" y="135"/>
                      <a:pt x="537" y="68"/>
                    </a:cubicBezTo>
                    <a:cubicBezTo>
                      <a:pt x="510" y="27"/>
                      <a:pt x="456" y="1"/>
                      <a:pt x="4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1"/>
              <p:cNvSpPr/>
              <p:nvPr/>
            </p:nvSpPr>
            <p:spPr>
              <a:xfrm>
                <a:off x="7812419" y="853926"/>
                <a:ext cx="341344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11776" extrusionOk="0">
                    <a:moveTo>
                      <a:pt x="3487" y="1"/>
                    </a:moveTo>
                    <a:lnTo>
                      <a:pt x="3500" y="14"/>
                    </a:lnTo>
                    <a:cubicBezTo>
                      <a:pt x="3500" y="14"/>
                      <a:pt x="0" y="5687"/>
                      <a:pt x="0" y="11776"/>
                    </a:cubicBezTo>
                    <a:lnTo>
                      <a:pt x="1180" y="11776"/>
                    </a:lnTo>
                    <a:cubicBezTo>
                      <a:pt x="1180" y="5191"/>
                      <a:pt x="3661" y="14"/>
                      <a:pt x="36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1"/>
              <p:cNvSpPr/>
              <p:nvPr/>
            </p:nvSpPr>
            <p:spPr>
              <a:xfrm>
                <a:off x="7813631" y="2012735"/>
                <a:ext cx="325125" cy="833879"/>
              </a:xfrm>
              <a:custGeom>
                <a:avLst/>
                <a:gdLst/>
                <a:ahLst/>
                <a:cxnLst/>
                <a:rect l="l" t="t" r="r" b="b"/>
                <a:pathLst>
                  <a:path w="3488" h="8946" extrusionOk="0">
                    <a:moveTo>
                      <a:pt x="1" y="1"/>
                    </a:moveTo>
                    <a:cubicBezTo>
                      <a:pt x="1" y="3394"/>
                      <a:pt x="135" y="6264"/>
                      <a:pt x="1476" y="8396"/>
                    </a:cubicBezTo>
                    <a:cubicBezTo>
                      <a:pt x="2106" y="8705"/>
                      <a:pt x="2790" y="8892"/>
                      <a:pt x="3487" y="8946"/>
                    </a:cubicBezTo>
                    <a:cubicBezTo>
                      <a:pt x="1543" y="6800"/>
                      <a:pt x="1208" y="3099"/>
                      <a:pt x="11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1"/>
              <p:cNvSpPr/>
              <p:nvPr/>
            </p:nvSpPr>
            <p:spPr>
              <a:xfrm>
                <a:off x="8202416" y="853926"/>
                <a:ext cx="341344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11776" extrusionOk="0">
                    <a:moveTo>
                      <a:pt x="0" y="1"/>
                    </a:moveTo>
                    <a:cubicBezTo>
                      <a:pt x="0" y="14"/>
                      <a:pt x="2481" y="5191"/>
                      <a:pt x="2481" y="11776"/>
                    </a:cubicBezTo>
                    <a:lnTo>
                      <a:pt x="3662" y="11776"/>
                    </a:lnTo>
                    <a:cubicBezTo>
                      <a:pt x="3662" y="5687"/>
                      <a:pt x="161" y="14"/>
                      <a:pt x="161" y="14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1"/>
              <p:cNvSpPr/>
              <p:nvPr/>
            </p:nvSpPr>
            <p:spPr>
              <a:xfrm>
                <a:off x="8216118" y="2012735"/>
                <a:ext cx="326430" cy="833879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8946" extrusionOk="0">
                    <a:moveTo>
                      <a:pt x="2321" y="1"/>
                    </a:moveTo>
                    <a:cubicBezTo>
                      <a:pt x="2294" y="3099"/>
                      <a:pt x="1959" y="6800"/>
                      <a:pt x="1" y="8946"/>
                    </a:cubicBezTo>
                    <a:cubicBezTo>
                      <a:pt x="712" y="8892"/>
                      <a:pt x="1382" y="8705"/>
                      <a:pt x="2013" y="8396"/>
                    </a:cubicBezTo>
                    <a:cubicBezTo>
                      <a:pt x="3354" y="6264"/>
                      <a:pt x="3488" y="3394"/>
                      <a:pt x="35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1"/>
              <p:cNvSpPr/>
              <p:nvPr/>
            </p:nvSpPr>
            <p:spPr>
              <a:xfrm>
                <a:off x="8064929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54" y="0"/>
                      <a:pt x="0" y="41"/>
                      <a:pt x="0" y="108"/>
                    </a:cubicBezTo>
                    <a:cubicBezTo>
                      <a:pt x="0" y="161"/>
                      <a:pt x="54" y="201"/>
                      <a:pt x="108" y="201"/>
                    </a:cubicBezTo>
                    <a:cubicBezTo>
                      <a:pt x="161" y="201"/>
                      <a:pt x="201" y="161"/>
                      <a:pt x="201" y="108"/>
                    </a:cubicBezTo>
                    <a:cubicBezTo>
                      <a:pt x="201" y="41"/>
                      <a:pt x="161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1"/>
              <p:cNvSpPr/>
              <p:nvPr/>
            </p:nvSpPr>
            <p:spPr>
              <a:xfrm>
                <a:off x="8272417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41" y="0"/>
                      <a:pt x="0" y="41"/>
                      <a:pt x="0" y="108"/>
                    </a:cubicBezTo>
                    <a:cubicBezTo>
                      <a:pt x="0" y="161"/>
                      <a:pt x="41" y="201"/>
                      <a:pt x="108" y="201"/>
                    </a:cubicBezTo>
                    <a:cubicBezTo>
                      <a:pt x="161" y="201"/>
                      <a:pt x="202" y="161"/>
                      <a:pt x="202" y="108"/>
                    </a:cubicBezTo>
                    <a:cubicBezTo>
                      <a:pt x="202" y="41"/>
                      <a:pt x="161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1"/>
              <p:cNvSpPr/>
              <p:nvPr/>
            </p:nvSpPr>
            <p:spPr>
              <a:xfrm>
                <a:off x="8479906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41" y="0"/>
                      <a:pt x="1" y="41"/>
                      <a:pt x="1" y="108"/>
                    </a:cubicBezTo>
                    <a:cubicBezTo>
                      <a:pt x="1" y="161"/>
                      <a:pt x="41" y="201"/>
                      <a:pt x="108" y="201"/>
                    </a:cubicBezTo>
                    <a:cubicBezTo>
                      <a:pt x="162" y="201"/>
                      <a:pt x="202" y="161"/>
                      <a:pt x="202" y="108"/>
                    </a:cubicBezTo>
                    <a:cubicBezTo>
                      <a:pt x="202" y="41"/>
                      <a:pt x="162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1"/>
              <p:cNvSpPr/>
              <p:nvPr/>
            </p:nvSpPr>
            <p:spPr>
              <a:xfrm>
                <a:off x="7659925" y="2012735"/>
                <a:ext cx="291289" cy="782705"/>
              </a:xfrm>
              <a:custGeom>
                <a:avLst/>
                <a:gdLst/>
                <a:ahLst/>
                <a:cxnLst/>
                <a:rect l="l" t="t" r="r" b="b"/>
                <a:pathLst>
                  <a:path w="3125" h="8397" extrusionOk="0">
                    <a:moveTo>
                      <a:pt x="0" y="1"/>
                    </a:moveTo>
                    <a:lnTo>
                      <a:pt x="0" y="3407"/>
                    </a:lnTo>
                    <a:cubicBezTo>
                      <a:pt x="0" y="5526"/>
                      <a:pt x="1220" y="7471"/>
                      <a:pt x="3125" y="8396"/>
                    </a:cubicBezTo>
                    <a:cubicBezTo>
                      <a:pt x="1770" y="6264"/>
                      <a:pt x="1650" y="3394"/>
                      <a:pt x="1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1"/>
              <p:cNvSpPr/>
              <p:nvPr/>
            </p:nvSpPr>
            <p:spPr>
              <a:xfrm>
                <a:off x="7661137" y="853926"/>
                <a:ext cx="477621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5124" h="11776" extrusionOk="0">
                    <a:moveTo>
                      <a:pt x="4735" y="1"/>
                    </a:moveTo>
                    <a:cubicBezTo>
                      <a:pt x="4681" y="1"/>
                      <a:pt x="4641" y="27"/>
                      <a:pt x="4614" y="68"/>
                    </a:cubicBezTo>
                    <a:cubicBezTo>
                      <a:pt x="4560" y="135"/>
                      <a:pt x="4480" y="255"/>
                      <a:pt x="4359" y="416"/>
                    </a:cubicBezTo>
                    <a:cubicBezTo>
                      <a:pt x="3688" y="1422"/>
                      <a:pt x="3058" y="2468"/>
                      <a:pt x="2495" y="3528"/>
                    </a:cubicBezTo>
                    <a:cubicBezTo>
                      <a:pt x="2321" y="3876"/>
                      <a:pt x="2146" y="4225"/>
                      <a:pt x="1958" y="4601"/>
                    </a:cubicBezTo>
                    <a:cubicBezTo>
                      <a:pt x="926" y="6746"/>
                      <a:pt x="0" y="9362"/>
                      <a:pt x="0" y="11776"/>
                    </a:cubicBezTo>
                    <a:lnTo>
                      <a:pt x="1637" y="11776"/>
                    </a:lnTo>
                    <a:cubicBezTo>
                      <a:pt x="1637" y="5687"/>
                      <a:pt x="5123" y="14"/>
                      <a:pt x="5123" y="14"/>
                    </a:cubicBezTo>
                    <a:lnTo>
                      <a:pt x="51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1"/>
              <p:cNvSpPr/>
              <p:nvPr/>
            </p:nvSpPr>
            <p:spPr>
              <a:xfrm>
                <a:off x="7884937" y="2756565"/>
                <a:ext cx="8762" cy="6338"/>
              </a:xfrm>
              <a:custGeom>
                <a:avLst/>
                <a:gdLst/>
                <a:ahLst/>
                <a:cxnLst/>
                <a:rect l="l" t="t" r="r" b="b"/>
                <a:pathLst>
                  <a:path w="94" h="68" extrusionOk="0">
                    <a:moveTo>
                      <a:pt x="0" y="0"/>
                    </a:moveTo>
                    <a:lnTo>
                      <a:pt x="94" y="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1"/>
              <p:cNvSpPr/>
              <p:nvPr/>
            </p:nvSpPr>
            <p:spPr>
              <a:xfrm>
                <a:off x="7883633" y="2756565"/>
                <a:ext cx="10067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1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08" y="81"/>
                    </a:lnTo>
                    <a:lnTo>
                      <a:pt x="108" y="6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1"/>
              <p:cNvSpPr/>
              <p:nvPr/>
            </p:nvSpPr>
            <p:spPr>
              <a:xfrm>
                <a:off x="7857347" y="2622806"/>
                <a:ext cx="18922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2" extrusionOk="0">
                    <a:moveTo>
                      <a:pt x="108" y="0"/>
                    </a:moveTo>
                    <a:cubicBezTo>
                      <a:pt x="55" y="0"/>
                      <a:pt x="1" y="41"/>
                      <a:pt x="1" y="108"/>
                    </a:cubicBezTo>
                    <a:cubicBezTo>
                      <a:pt x="1" y="161"/>
                      <a:pt x="55" y="201"/>
                      <a:pt x="108" y="201"/>
                    </a:cubicBezTo>
                    <a:cubicBezTo>
                      <a:pt x="162" y="201"/>
                      <a:pt x="202" y="161"/>
                      <a:pt x="202" y="108"/>
                    </a:cubicBezTo>
                    <a:cubicBezTo>
                      <a:pt x="202" y="41"/>
                      <a:pt x="162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1"/>
              <p:cNvSpPr/>
              <p:nvPr/>
            </p:nvSpPr>
            <p:spPr>
              <a:xfrm>
                <a:off x="8274934" y="486392"/>
                <a:ext cx="268825" cy="165173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1772" extrusionOk="0">
                    <a:moveTo>
                      <a:pt x="2884" y="1"/>
                    </a:moveTo>
                    <a:lnTo>
                      <a:pt x="0" y="1235"/>
                    </a:lnTo>
                    <a:lnTo>
                      <a:pt x="0" y="1771"/>
                    </a:lnTo>
                    <a:lnTo>
                      <a:pt x="2884" y="524"/>
                    </a:lnTo>
                    <a:lnTo>
                      <a:pt x="28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1"/>
              <p:cNvSpPr/>
              <p:nvPr/>
            </p:nvSpPr>
            <p:spPr>
              <a:xfrm>
                <a:off x="7813631" y="486392"/>
                <a:ext cx="268825" cy="165173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1772" extrusionOk="0">
                    <a:moveTo>
                      <a:pt x="1" y="1"/>
                    </a:moveTo>
                    <a:lnTo>
                      <a:pt x="1" y="524"/>
                    </a:lnTo>
                    <a:lnTo>
                      <a:pt x="2884" y="1771"/>
                    </a:lnTo>
                    <a:lnTo>
                      <a:pt x="2884" y="1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1_1">
    <p:bg>
      <p:bgPr>
        <a:solidFill>
          <a:schemeClr val="lt1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2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2" name="Google Shape;652;p32"/>
          <p:cNvGrpSpPr/>
          <p:nvPr/>
        </p:nvGrpSpPr>
        <p:grpSpPr>
          <a:xfrm flipH="1">
            <a:off x="-393613" y="592025"/>
            <a:ext cx="1990351" cy="1991301"/>
            <a:chOff x="7318388" y="191425"/>
            <a:chExt cx="1990351" cy="1991301"/>
          </a:xfrm>
        </p:grpSpPr>
        <p:sp>
          <p:nvSpPr>
            <p:cNvPr id="653" name="Google Shape;653;p32"/>
            <p:cNvSpPr/>
            <p:nvPr/>
          </p:nvSpPr>
          <p:spPr>
            <a:xfrm rot="-2700000">
              <a:off x="8298192" y="-3456"/>
              <a:ext cx="148492" cy="24997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4" name="Google Shape;654;p32"/>
            <p:cNvGrpSpPr/>
            <p:nvPr/>
          </p:nvGrpSpPr>
          <p:grpSpPr>
            <a:xfrm>
              <a:off x="7318388" y="191425"/>
              <a:ext cx="569696" cy="567722"/>
              <a:chOff x="7508175" y="354625"/>
              <a:chExt cx="569696" cy="567722"/>
            </a:xfrm>
          </p:grpSpPr>
          <p:sp>
            <p:nvSpPr>
              <p:cNvPr id="655" name="Google Shape;655;p32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2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2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2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2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2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2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2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2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2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2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2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2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2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2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2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2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2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2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2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2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2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2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2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2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2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2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2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2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2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2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2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2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2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2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2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2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2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2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2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2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2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2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2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2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2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2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2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2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2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2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2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3" name="Google Shape;713;p32"/>
          <p:cNvGrpSpPr/>
          <p:nvPr/>
        </p:nvGrpSpPr>
        <p:grpSpPr>
          <a:xfrm flipH="1">
            <a:off x="-812287" y="833736"/>
            <a:ext cx="1394303" cy="1386859"/>
            <a:chOff x="8333110" y="433136"/>
            <a:chExt cx="1394303" cy="1386859"/>
          </a:xfrm>
        </p:grpSpPr>
        <p:sp>
          <p:nvSpPr>
            <p:cNvPr id="714" name="Google Shape;714;p32"/>
            <p:cNvSpPr/>
            <p:nvPr/>
          </p:nvSpPr>
          <p:spPr>
            <a:xfrm rot="-2700000">
              <a:off x="9022102" y="293946"/>
              <a:ext cx="103520" cy="17449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5" name="Google Shape;715;p32"/>
            <p:cNvGrpSpPr/>
            <p:nvPr/>
          </p:nvGrpSpPr>
          <p:grpSpPr>
            <a:xfrm>
              <a:off x="8333110" y="433136"/>
              <a:ext cx="397705" cy="396327"/>
              <a:chOff x="7508175" y="354625"/>
              <a:chExt cx="569696" cy="567722"/>
            </a:xfrm>
          </p:grpSpPr>
          <p:sp>
            <p:nvSpPr>
              <p:cNvPr id="716" name="Google Shape;716;p32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2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2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2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2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2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2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2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2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2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2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2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2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2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2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2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2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2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2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2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2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2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2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2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2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2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2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2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2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2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2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2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2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2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2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2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2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2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2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2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2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2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2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2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2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2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2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2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2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2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2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2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2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1_1_1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3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6" name="Google Shape;776;p33"/>
          <p:cNvGrpSpPr/>
          <p:nvPr/>
        </p:nvGrpSpPr>
        <p:grpSpPr>
          <a:xfrm>
            <a:off x="-127682" y="3007102"/>
            <a:ext cx="2707673" cy="2708966"/>
            <a:chOff x="6817162" y="3805500"/>
            <a:chExt cx="1990351" cy="1991301"/>
          </a:xfrm>
        </p:grpSpPr>
        <p:sp>
          <p:nvSpPr>
            <p:cNvPr id="777" name="Google Shape;777;p33"/>
            <p:cNvSpPr/>
            <p:nvPr/>
          </p:nvSpPr>
          <p:spPr>
            <a:xfrm rot="2700000" flipH="1">
              <a:off x="7679216" y="3610619"/>
              <a:ext cx="148492" cy="24997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8" name="Google Shape;778;p33"/>
            <p:cNvGrpSpPr/>
            <p:nvPr/>
          </p:nvGrpSpPr>
          <p:grpSpPr>
            <a:xfrm flipH="1">
              <a:off x="8237816" y="3805500"/>
              <a:ext cx="569696" cy="567722"/>
              <a:chOff x="7508175" y="354625"/>
              <a:chExt cx="569696" cy="567722"/>
            </a:xfrm>
          </p:grpSpPr>
          <p:sp>
            <p:nvSpPr>
              <p:cNvPr id="779" name="Google Shape;779;p33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3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3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3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3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3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3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3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3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3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3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33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33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33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3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3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3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3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33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33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33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33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33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3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3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3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3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3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3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33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3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3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3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3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3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3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3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3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3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3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3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3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3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3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3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3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3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3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3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3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3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3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3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3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3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3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3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3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37" name="Google Shape;837;p33"/>
          <p:cNvGrpSpPr/>
          <p:nvPr/>
        </p:nvGrpSpPr>
        <p:grpSpPr>
          <a:xfrm>
            <a:off x="-697246" y="3335926"/>
            <a:ext cx="1896810" cy="1886683"/>
            <a:chOff x="6398488" y="4047211"/>
            <a:chExt cx="1394303" cy="1386859"/>
          </a:xfrm>
        </p:grpSpPr>
        <p:sp>
          <p:nvSpPr>
            <p:cNvPr id="838" name="Google Shape;838;p33"/>
            <p:cNvSpPr/>
            <p:nvPr/>
          </p:nvSpPr>
          <p:spPr>
            <a:xfrm rot="2700000" flipH="1">
              <a:off x="7000277" y="3908021"/>
              <a:ext cx="103520" cy="17449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9" name="Google Shape;839;p33"/>
            <p:cNvGrpSpPr/>
            <p:nvPr/>
          </p:nvGrpSpPr>
          <p:grpSpPr>
            <a:xfrm flipH="1">
              <a:off x="7395085" y="4047211"/>
              <a:ext cx="397705" cy="396327"/>
              <a:chOff x="7508175" y="354625"/>
              <a:chExt cx="569696" cy="567722"/>
            </a:xfrm>
          </p:grpSpPr>
          <p:sp>
            <p:nvSpPr>
              <p:cNvPr id="840" name="Google Shape;840;p33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33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33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3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3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3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33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3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3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3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3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3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33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3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3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3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3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3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33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33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33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3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3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3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3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3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3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3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3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3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3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3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3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3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3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3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3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3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3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3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3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3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3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3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3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3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3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33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33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3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3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3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3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3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8" name="Google Shape;898;p33"/>
          <p:cNvGrpSpPr/>
          <p:nvPr/>
        </p:nvGrpSpPr>
        <p:grpSpPr>
          <a:xfrm>
            <a:off x="7602425" y="-28025"/>
            <a:ext cx="920474" cy="4203093"/>
            <a:chOff x="7650050" y="-143687"/>
            <a:chExt cx="1036337" cy="4731614"/>
          </a:xfrm>
        </p:grpSpPr>
        <p:sp>
          <p:nvSpPr>
            <p:cNvPr id="899" name="Google Shape;899;p33"/>
            <p:cNvSpPr/>
            <p:nvPr/>
          </p:nvSpPr>
          <p:spPr>
            <a:xfrm>
              <a:off x="7955950" y="-143687"/>
              <a:ext cx="440100" cy="3078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0" name="Google Shape;900;p33"/>
            <p:cNvGrpSpPr/>
            <p:nvPr/>
          </p:nvGrpSpPr>
          <p:grpSpPr>
            <a:xfrm>
              <a:off x="7650050" y="2062725"/>
              <a:ext cx="1036337" cy="2525202"/>
              <a:chOff x="7659925" y="355150"/>
              <a:chExt cx="1036337" cy="2525202"/>
            </a:xfrm>
          </p:grpSpPr>
          <p:sp>
            <p:nvSpPr>
              <p:cNvPr id="901" name="Google Shape;901;p33"/>
              <p:cNvSpPr/>
              <p:nvPr/>
            </p:nvSpPr>
            <p:spPr>
              <a:xfrm>
                <a:off x="8273629" y="355150"/>
                <a:ext cx="381426" cy="931379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992" extrusionOk="0">
                    <a:moveTo>
                      <a:pt x="4091" y="1"/>
                    </a:moveTo>
                    <a:lnTo>
                      <a:pt x="1" y="1757"/>
                    </a:lnTo>
                    <a:lnTo>
                      <a:pt x="1" y="5687"/>
                    </a:lnTo>
                    <a:cubicBezTo>
                      <a:pt x="1" y="5687"/>
                      <a:pt x="886" y="6827"/>
                      <a:pt x="2589" y="9992"/>
                    </a:cubicBezTo>
                    <a:lnTo>
                      <a:pt x="4091" y="6921"/>
                    </a:lnTo>
                    <a:lnTo>
                      <a:pt x="40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8274934" y="355150"/>
                <a:ext cx="380121" cy="246361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2643" extrusionOk="0">
                    <a:moveTo>
                      <a:pt x="4077" y="1"/>
                    </a:moveTo>
                    <a:lnTo>
                      <a:pt x="2884" y="510"/>
                    </a:lnTo>
                    <a:lnTo>
                      <a:pt x="0" y="1757"/>
                    </a:lnTo>
                    <a:lnTo>
                      <a:pt x="0" y="2643"/>
                    </a:lnTo>
                    <a:lnTo>
                      <a:pt x="2884" y="1409"/>
                    </a:lnTo>
                    <a:lnTo>
                      <a:pt x="4077" y="886"/>
                    </a:lnTo>
                    <a:lnTo>
                      <a:pt x="40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7702429" y="355150"/>
                <a:ext cx="380027" cy="931379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9992" extrusionOk="0">
                    <a:moveTo>
                      <a:pt x="0" y="1"/>
                    </a:moveTo>
                    <a:lnTo>
                      <a:pt x="0" y="6921"/>
                    </a:lnTo>
                    <a:lnTo>
                      <a:pt x="1489" y="9992"/>
                    </a:lnTo>
                    <a:cubicBezTo>
                      <a:pt x="1703" y="9603"/>
                      <a:pt x="1891" y="9254"/>
                      <a:pt x="2079" y="8932"/>
                    </a:cubicBezTo>
                    <a:cubicBezTo>
                      <a:pt x="3406" y="6572"/>
                      <a:pt x="4077" y="5687"/>
                      <a:pt x="4077" y="5687"/>
                    </a:cubicBezTo>
                    <a:lnTo>
                      <a:pt x="4077" y="1757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7702429" y="355150"/>
                <a:ext cx="380027" cy="246361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2643" extrusionOk="0">
                    <a:moveTo>
                      <a:pt x="0" y="1"/>
                    </a:moveTo>
                    <a:lnTo>
                      <a:pt x="0" y="886"/>
                    </a:lnTo>
                    <a:lnTo>
                      <a:pt x="1194" y="1409"/>
                    </a:lnTo>
                    <a:lnTo>
                      <a:pt x="4077" y="2643"/>
                    </a:lnTo>
                    <a:lnTo>
                      <a:pt x="4077" y="1757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3"/>
              <p:cNvSpPr/>
              <p:nvPr/>
            </p:nvSpPr>
            <p:spPr>
              <a:xfrm>
                <a:off x="7702429" y="437642"/>
                <a:ext cx="191272" cy="848886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9107" extrusionOk="0">
                    <a:moveTo>
                      <a:pt x="0" y="1"/>
                    </a:moveTo>
                    <a:lnTo>
                      <a:pt x="0" y="6036"/>
                    </a:lnTo>
                    <a:lnTo>
                      <a:pt x="1489" y="9107"/>
                    </a:lnTo>
                    <a:cubicBezTo>
                      <a:pt x="1502" y="9093"/>
                      <a:pt x="1515" y="9080"/>
                      <a:pt x="1515" y="9067"/>
                    </a:cubicBezTo>
                    <a:cubicBezTo>
                      <a:pt x="1690" y="8691"/>
                      <a:pt x="1878" y="8342"/>
                      <a:pt x="2052" y="8007"/>
                    </a:cubicBezTo>
                    <a:lnTo>
                      <a:pt x="1194" y="5996"/>
                    </a:lnTo>
                    <a:lnTo>
                      <a:pt x="1194" y="52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3"/>
              <p:cNvSpPr/>
              <p:nvPr/>
            </p:nvSpPr>
            <p:spPr>
              <a:xfrm>
                <a:off x="7702429" y="355150"/>
                <a:ext cx="111296" cy="131336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1409" extrusionOk="0">
                    <a:moveTo>
                      <a:pt x="0" y="1"/>
                    </a:moveTo>
                    <a:lnTo>
                      <a:pt x="0" y="886"/>
                    </a:lnTo>
                    <a:lnTo>
                      <a:pt x="1194" y="1409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3"/>
              <p:cNvSpPr/>
              <p:nvPr/>
            </p:nvSpPr>
            <p:spPr>
              <a:xfrm>
                <a:off x="8462382" y="437642"/>
                <a:ext cx="192670" cy="848886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9107" extrusionOk="0">
                    <a:moveTo>
                      <a:pt x="2066" y="1"/>
                    </a:moveTo>
                    <a:lnTo>
                      <a:pt x="873" y="524"/>
                    </a:lnTo>
                    <a:lnTo>
                      <a:pt x="873" y="5996"/>
                    </a:lnTo>
                    <a:lnTo>
                      <a:pt x="1" y="8007"/>
                    </a:lnTo>
                    <a:cubicBezTo>
                      <a:pt x="189" y="8342"/>
                      <a:pt x="363" y="8691"/>
                      <a:pt x="537" y="9067"/>
                    </a:cubicBezTo>
                    <a:cubicBezTo>
                      <a:pt x="551" y="9080"/>
                      <a:pt x="564" y="9093"/>
                      <a:pt x="564" y="9107"/>
                    </a:cubicBezTo>
                    <a:lnTo>
                      <a:pt x="2066" y="6036"/>
                    </a:lnTo>
                    <a:lnTo>
                      <a:pt x="20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3"/>
              <p:cNvSpPr/>
              <p:nvPr/>
            </p:nvSpPr>
            <p:spPr>
              <a:xfrm>
                <a:off x="8543663" y="355150"/>
                <a:ext cx="111389" cy="131336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409" extrusionOk="0">
                    <a:moveTo>
                      <a:pt x="1194" y="1"/>
                    </a:moveTo>
                    <a:lnTo>
                      <a:pt x="1" y="510"/>
                    </a:lnTo>
                    <a:lnTo>
                      <a:pt x="1" y="1409"/>
                    </a:lnTo>
                    <a:lnTo>
                      <a:pt x="1194" y="886"/>
                    </a:lnTo>
                    <a:lnTo>
                      <a:pt x="11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3"/>
              <p:cNvSpPr/>
              <p:nvPr/>
            </p:nvSpPr>
            <p:spPr>
              <a:xfrm>
                <a:off x="7883633" y="2652820"/>
                <a:ext cx="588917" cy="227532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2441" extrusionOk="0">
                    <a:moveTo>
                      <a:pt x="14" y="0"/>
                    </a:moveTo>
                    <a:cubicBezTo>
                      <a:pt x="1" y="1341"/>
                      <a:pt x="1100" y="2441"/>
                      <a:pt x="2455" y="2441"/>
                    </a:cubicBezTo>
                    <a:lnTo>
                      <a:pt x="3863" y="2441"/>
                    </a:lnTo>
                    <a:cubicBezTo>
                      <a:pt x="5218" y="2441"/>
                      <a:pt x="6317" y="1341"/>
                      <a:pt x="6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3"/>
              <p:cNvSpPr/>
              <p:nvPr/>
            </p:nvSpPr>
            <p:spPr>
              <a:xfrm>
                <a:off x="7662348" y="1951495"/>
                <a:ext cx="1033913" cy="896425"/>
              </a:xfrm>
              <a:custGeom>
                <a:avLst/>
                <a:gdLst/>
                <a:ahLst/>
                <a:cxnLst/>
                <a:rect l="l" t="t" r="r" b="b"/>
                <a:pathLst>
                  <a:path w="11092" h="9617" extrusionOk="0">
                    <a:moveTo>
                      <a:pt x="1" y="1"/>
                    </a:moveTo>
                    <a:lnTo>
                      <a:pt x="1" y="4091"/>
                    </a:lnTo>
                    <a:cubicBezTo>
                      <a:pt x="1" y="5499"/>
                      <a:pt x="524" y="6854"/>
                      <a:pt x="1489" y="7886"/>
                    </a:cubicBezTo>
                    <a:lnTo>
                      <a:pt x="1516" y="7913"/>
                    </a:lnTo>
                    <a:lnTo>
                      <a:pt x="1543" y="7927"/>
                    </a:lnTo>
                    <a:lnTo>
                      <a:pt x="1583" y="7980"/>
                    </a:lnTo>
                    <a:lnTo>
                      <a:pt x="1610" y="8007"/>
                    </a:lnTo>
                    <a:lnTo>
                      <a:pt x="1637" y="8034"/>
                    </a:lnTo>
                    <a:lnTo>
                      <a:pt x="1677" y="8061"/>
                    </a:lnTo>
                    <a:lnTo>
                      <a:pt x="1717" y="8114"/>
                    </a:lnTo>
                    <a:lnTo>
                      <a:pt x="1758" y="8141"/>
                    </a:lnTo>
                    <a:lnTo>
                      <a:pt x="1758" y="8155"/>
                    </a:lnTo>
                    <a:lnTo>
                      <a:pt x="1798" y="8181"/>
                    </a:lnTo>
                    <a:lnTo>
                      <a:pt x="1865" y="8248"/>
                    </a:lnTo>
                    <a:lnTo>
                      <a:pt x="1892" y="8275"/>
                    </a:lnTo>
                    <a:lnTo>
                      <a:pt x="1905" y="8275"/>
                    </a:lnTo>
                    <a:lnTo>
                      <a:pt x="1932" y="8302"/>
                    </a:lnTo>
                    <a:cubicBezTo>
                      <a:pt x="1959" y="8315"/>
                      <a:pt x="1972" y="8342"/>
                      <a:pt x="1999" y="8356"/>
                    </a:cubicBezTo>
                    <a:lnTo>
                      <a:pt x="2039" y="8396"/>
                    </a:lnTo>
                    <a:lnTo>
                      <a:pt x="2093" y="8436"/>
                    </a:lnTo>
                    <a:lnTo>
                      <a:pt x="2133" y="8463"/>
                    </a:lnTo>
                    <a:lnTo>
                      <a:pt x="2147" y="8476"/>
                    </a:lnTo>
                    <a:lnTo>
                      <a:pt x="2200" y="8517"/>
                    </a:lnTo>
                    <a:lnTo>
                      <a:pt x="2241" y="8543"/>
                    </a:lnTo>
                    <a:lnTo>
                      <a:pt x="2294" y="8584"/>
                    </a:lnTo>
                    <a:lnTo>
                      <a:pt x="2334" y="8624"/>
                    </a:lnTo>
                    <a:lnTo>
                      <a:pt x="2388" y="8651"/>
                    </a:lnTo>
                    <a:lnTo>
                      <a:pt x="2482" y="8718"/>
                    </a:lnTo>
                    <a:lnTo>
                      <a:pt x="2509" y="8731"/>
                    </a:lnTo>
                    <a:lnTo>
                      <a:pt x="2536" y="8745"/>
                    </a:lnTo>
                    <a:lnTo>
                      <a:pt x="2603" y="8798"/>
                    </a:lnTo>
                    <a:lnTo>
                      <a:pt x="2656" y="8825"/>
                    </a:lnTo>
                    <a:lnTo>
                      <a:pt x="2696" y="8852"/>
                    </a:lnTo>
                    <a:lnTo>
                      <a:pt x="2777" y="8892"/>
                    </a:lnTo>
                    <a:lnTo>
                      <a:pt x="2817" y="8906"/>
                    </a:lnTo>
                    <a:lnTo>
                      <a:pt x="2831" y="8919"/>
                    </a:lnTo>
                    <a:cubicBezTo>
                      <a:pt x="2844" y="8932"/>
                      <a:pt x="2857" y="8932"/>
                      <a:pt x="2871" y="8946"/>
                    </a:cubicBezTo>
                    <a:lnTo>
                      <a:pt x="2924" y="8973"/>
                    </a:lnTo>
                    <a:cubicBezTo>
                      <a:pt x="2951" y="8986"/>
                      <a:pt x="2965" y="8999"/>
                      <a:pt x="2992" y="8999"/>
                    </a:cubicBezTo>
                    <a:lnTo>
                      <a:pt x="3045" y="9026"/>
                    </a:lnTo>
                    <a:lnTo>
                      <a:pt x="3099" y="9053"/>
                    </a:lnTo>
                    <a:cubicBezTo>
                      <a:pt x="3729" y="9362"/>
                      <a:pt x="4413" y="9549"/>
                      <a:pt x="5110" y="9603"/>
                    </a:cubicBezTo>
                    <a:cubicBezTo>
                      <a:pt x="5258" y="9616"/>
                      <a:pt x="5392" y="9616"/>
                      <a:pt x="5540" y="9616"/>
                    </a:cubicBezTo>
                    <a:cubicBezTo>
                      <a:pt x="8597" y="9616"/>
                      <a:pt x="11092" y="7135"/>
                      <a:pt x="11092" y="4064"/>
                    </a:cubicBezTo>
                    <a:lnTo>
                      <a:pt x="110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3"/>
              <p:cNvSpPr/>
              <p:nvPr/>
            </p:nvSpPr>
            <p:spPr>
              <a:xfrm>
                <a:off x="7659925" y="853926"/>
                <a:ext cx="1036337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11118" h="11776" extrusionOk="0">
                    <a:moveTo>
                      <a:pt x="4748" y="1"/>
                    </a:moveTo>
                    <a:cubicBezTo>
                      <a:pt x="4694" y="1"/>
                      <a:pt x="4640" y="27"/>
                      <a:pt x="4613" y="68"/>
                    </a:cubicBezTo>
                    <a:cubicBezTo>
                      <a:pt x="4573" y="135"/>
                      <a:pt x="4479" y="255"/>
                      <a:pt x="4372" y="416"/>
                    </a:cubicBezTo>
                    <a:cubicBezTo>
                      <a:pt x="3393" y="1865"/>
                      <a:pt x="282" y="6773"/>
                      <a:pt x="27" y="11199"/>
                    </a:cubicBezTo>
                    <a:cubicBezTo>
                      <a:pt x="0" y="11387"/>
                      <a:pt x="0" y="11588"/>
                      <a:pt x="0" y="11776"/>
                    </a:cubicBezTo>
                    <a:lnTo>
                      <a:pt x="11118" y="11776"/>
                    </a:lnTo>
                    <a:cubicBezTo>
                      <a:pt x="11118" y="11588"/>
                      <a:pt x="11118" y="11387"/>
                      <a:pt x="11104" y="11199"/>
                    </a:cubicBezTo>
                    <a:cubicBezTo>
                      <a:pt x="10836" y="6773"/>
                      <a:pt x="7738" y="1865"/>
                      <a:pt x="6759" y="416"/>
                    </a:cubicBezTo>
                    <a:cubicBezTo>
                      <a:pt x="6639" y="255"/>
                      <a:pt x="6558" y="135"/>
                      <a:pt x="6504" y="68"/>
                    </a:cubicBezTo>
                    <a:cubicBezTo>
                      <a:pt x="6478" y="27"/>
                      <a:pt x="6424" y="1"/>
                      <a:pt x="63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3"/>
              <p:cNvSpPr/>
              <p:nvPr/>
            </p:nvSpPr>
            <p:spPr>
              <a:xfrm>
                <a:off x="8067445" y="853926"/>
                <a:ext cx="222591" cy="3887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417" extrusionOk="0">
                    <a:moveTo>
                      <a:pt x="376" y="1"/>
                    </a:moveTo>
                    <a:cubicBezTo>
                      <a:pt x="322" y="1"/>
                      <a:pt x="268" y="27"/>
                      <a:pt x="241" y="68"/>
                    </a:cubicBezTo>
                    <a:cubicBezTo>
                      <a:pt x="201" y="135"/>
                      <a:pt x="107" y="255"/>
                      <a:pt x="0" y="416"/>
                    </a:cubicBezTo>
                    <a:lnTo>
                      <a:pt x="2387" y="416"/>
                    </a:lnTo>
                    <a:cubicBezTo>
                      <a:pt x="2267" y="255"/>
                      <a:pt x="2186" y="135"/>
                      <a:pt x="2132" y="68"/>
                    </a:cubicBezTo>
                    <a:cubicBezTo>
                      <a:pt x="2106" y="27"/>
                      <a:pt x="2052" y="1"/>
                      <a:pt x="20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3"/>
              <p:cNvSpPr/>
              <p:nvPr/>
            </p:nvSpPr>
            <p:spPr>
              <a:xfrm>
                <a:off x="7967430" y="671418"/>
                <a:ext cx="422625" cy="20134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16" extrusionOk="0">
                    <a:moveTo>
                      <a:pt x="107" y="1"/>
                    </a:moveTo>
                    <a:cubicBezTo>
                      <a:pt x="40" y="1"/>
                      <a:pt x="0" y="54"/>
                      <a:pt x="0" y="108"/>
                    </a:cubicBezTo>
                    <a:cubicBezTo>
                      <a:pt x="0" y="162"/>
                      <a:pt x="40" y="215"/>
                      <a:pt x="107" y="215"/>
                    </a:cubicBezTo>
                    <a:lnTo>
                      <a:pt x="4426" y="215"/>
                    </a:lnTo>
                    <a:cubicBezTo>
                      <a:pt x="4479" y="215"/>
                      <a:pt x="4533" y="162"/>
                      <a:pt x="4533" y="108"/>
                    </a:cubicBezTo>
                    <a:cubicBezTo>
                      <a:pt x="4533" y="54"/>
                      <a:pt x="4479" y="1"/>
                      <a:pt x="44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3"/>
              <p:cNvSpPr/>
              <p:nvPr/>
            </p:nvSpPr>
            <p:spPr>
              <a:xfrm>
                <a:off x="8167368" y="355150"/>
                <a:ext cx="21346" cy="10001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10730" extrusionOk="0">
                    <a:moveTo>
                      <a:pt x="122" y="1"/>
                    </a:moveTo>
                    <a:cubicBezTo>
                      <a:pt x="55" y="1"/>
                      <a:pt x="1" y="54"/>
                      <a:pt x="1" y="108"/>
                    </a:cubicBezTo>
                    <a:lnTo>
                      <a:pt x="1" y="10622"/>
                    </a:lnTo>
                    <a:cubicBezTo>
                      <a:pt x="1" y="10676"/>
                      <a:pt x="55" y="10729"/>
                      <a:pt x="122" y="10729"/>
                    </a:cubicBezTo>
                    <a:cubicBezTo>
                      <a:pt x="175" y="10729"/>
                      <a:pt x="229" y="10676"/>
                      <a:pt x="229" y="10609"/>
                    </a:cubicBezTo>
                    <a:lnTo>
                      <a:pt x="229" y="108"/>
                    </a:lnTo>
                    <a:cubicBezTo>
                      <a:pt x="229" y="54"/>
                      <a:pt x="175" y="1"/>
                      <a:pt x="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3"/>
              <p:cNvSpPr/>
              <p:nvPr/>
            </p:nvSpPr>
            <p:spPr>
              <a:xfrm>
                <a:off x="8406176" y="2012735"/>
                <a:ext cx="290077" cy="782705"/>
              </a:xfrm>
              <a:custGeom>
                <a:avLst/>
                <a:gdLst/>
                <a:ahLst/>
                <a:cxnLst/>
                <a:rect l="l" t="t" r="r" b="b"/>
                <a:pathLst>
                  <a:path w="3112" h="8397" extrusionOk="0">
                    <a:moveTo>
                      <a:pt x="1476" y="1"/>
                    </a:moveTo>
                    <a:cubicBezTo>
                      <a:pt x="1462" y="3394"/>
                      <a:pt x="1342" y="6264"/>
                      <a:pt x="0" y="8396"/>
                    </a:cubicBezTo>
                    <a:cubicBezTo>
                      <a:pt x="1905" y="7471"/>
                      <a:pt x="3112" y="5526"/>
                      <a:pt x="3112" y="3407"/>
                    </a:cubicBezTo>
                    <a:lnTo>
                      <a:pt x="31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3"/>
              <p:cNvSpPr/>
              <p:nvPr/>
            </p:nvSpPr>
            <p:spPr>
              <a:xfrm>
                <a:off x="8217423" y="853926"/>
                <a:ext cx="478833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5137" h="11776" extrusionOk="0">
                    <a:moveTo>
                      <a:pt x="27" y="1"/>
                    </a:moveTo>
                    <a:lnTo>
                      <a:pt x="0" y="14"/>
                    </a:lnTo>
                    <a:cubicBezTo>
                      <a:pt x="0" y="14"/>
                      <a:pt x="3501" y="5687"/>
                      <a:pt x="3501" y="11776"/>
                    </a:cubicBezTo>
                    <a:lnTo>
                      <a:pt x="5137" y="11776"/>
                    </a:lnTo>
                    <a:cubicBezTo>
                      <a:pt x="5137" y="7216"/>
                      <a:pt x="1797" y="1932"/>
                      <a:pt x="778" y="430"/>
                    </a:cubicBezTo>
                    <a:cubicBezTo>
                      <a:pt x="671" y="255"/>
                      <a:pt x="577" y="135"/>
                      <a:pt x="537" y="68"/>
                    </a:cubicBezTo>
                    <a:cubicBezTo>
                      <a:pt x="510" y="27"/>
                      <a:pt x="456" y="1"/>
                      <a:pt x="4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3"/>
              <p:cNvSpPr/>
              <p:nvPr/>
            </p:nvSpPr>
            <p:spPr>
              <a:xfrm>
                <a:off x="7812419" y="853926"/>
                <a:ext cx="341344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11776" extrusionOk="0">
                    <a:moveTo>
                      <a:pt x="3487" y="1"/>
                    </a:moveTo>
                    <a:lnTo>
                      <a:pt x="3500" y="14"/>
                    </a:lnTo>
                    <a:cubicBezTo>
                      <a:pt x="3500" y="14"/>
                      <a:pt x="0" y="5687"/>
                      <a:pt x="0" y="11776"/>
                    </a:cubicBezTo>
                    <a:lnTo>
                      <a:pt x="1180" y="11776"/>
                    </a:lnTo>
                    <a:cubicBezTo>
                      <a:pt x="1180" y="5191"/>
                      <a:pt x="3661" y="14"/>
                      <a:pt x="36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3"/>
              <p:cNvSpPr/>
              <p:nvPr/>
            </p:nvSpPr>
            <p:spPr>
              <a:xfrm>
                <a:off x="7813631" y="2012735"/>
                <a:ext cx="325125" cy="833879"/>
              </a:xfrm>
              <a:custGeom>
                <a:avLst/>
                <a:gdLst/>
                <a:ahLst/>
                <a:cxnLst/>
                <a:rect l="l" t="t" r="r" b="b"/>
                <a:pathLst>
                  <a:path w="3488" h="8946" extrusionOk="0">
                    <a:moveTo>
                      <a:pt x="1" y="1"/>
                    </a:moveTo>
                    <a:cubicBezTo>
                      <a:pt x="1" y="3394"/>
                      <a:pt x="135" y="6264"/>
                      <a:pt x="1476" y="8396"/>
                    </a:cubicBezTo>
                    <a:cubicBezTo>
                      <a:pt x="2106" y="8705"/>
                      <a:pt x="2790" y="8892"/>
                      <a:pt x="3487" y="8946"/>
                    </a:cubicBezTo>
                    <a:cubicBezTo>
                      <a:pt x="1543" y="6800"/>
                      <a:pt x="1208" y="3099"/>
                      <a:pt x="11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3"/>
              <p:cNvSpPr/>
              <p:nvPr/>
            </p:nvSpPr>
            <p:spPr>
              <a:xfrm>
                <a:off x="8202416" y="853926"/>
                <a:ext cx="341344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11776" extrusionOk="0">
                    <a:moveTo>
                      <a:pt x="0" y="1"/>
                    </a:moveTo>
                    <a:cubicBezTo>
                      <a:pt x="0" y="14"/>
                      <a:pt x="2481" y="5191"/>
                      <a:pt x="2481" y="11776"/>
                    </a:cubicBezTo>
                    <a:lnTo>
                      <a:pt x="3662" y="11776"/>
                    </a:lnTo>
                    <a:cubicBezTo>
                      <a:pt x="3662" y="5687"/>
                      <a:pt x="161" y="14"/>
                      <a:pt x="161" y="14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3"/>
              <p:cNvSpPr/>
              <p:nvPr/>
            </p:nvSpPr>
            <p:spPr>
              <a:xfrm>
                <a:off x="8216118" y="2012735"/>
                <a:ext cx="326430" cy="833879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8946" extrusionOk="0">
                    <a:moveTo>
                      <a:pt x="2321" y="1"/>
                    </a:moveTo>
                    <a:cubicBezTo>
                      <a:pt x="2294" y="3099"/>
                      <a:pt x="1959" y="6800"/>
                      <a:pt x="1" y="8946"/>
                    </a:cubicBezTo>
                    <a:cubicBezTo>
                      <a:pt x="712" y="8892"/>
                      <a:pt x="1382" y="8705"/>
                      <a:pt x="2013" y="8396"/>
                    </a:cubicBezTo>
                    <a:cubicBezTo>
                      <a:pt x="3354" y="6264"/>
                      <a:pt x="3488" y="3394"/>
                      <a:pt x="35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3"/>
              <p:cNvSpPr/>
              <p:nvPr/>
            </p:nvSpPr>
            <p:spPr>
              <a:xfrm>
                <a:off x="8064929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54" y="0"/>
                      <a:pt x="0" y="41"/>
                      <a:pt x="0" y="108"/>
                    </a:cubicBezTo>
                    <a:cubicBezTo>
                      <a:pt x="0" y="161"/>
                      <a:pt x="54" y="201"/>
                      <a:pt x="108" y="201"/>
                    </a:cubicBezTo>
                    <a:cubicBezTo>
                      <a:pt x="161" y="201"/>
                      <a:pt x="201" y="161"/>
                      <a:pt x="201" y="108"/>
                    </a:cubicBezTo>
                    <a:cubicBezTo>
                      <a:pt x="201" y="41"/>
                      <a:pt x="161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3"/>
              <p:cNvSpPr/>
              <p:nvPr/>
            </p:nvSpPr>
            <p:spPr>
              <a:xfrm>
                <a:off x="8272417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41" y="0"/>
                      <a:pt x="0" y="41"/>
                      <a:pt x="0" y="108"/>
                    </a:cubicBezTo>
                    <a:cubicBezTo>
                      <a:pt x="0" y="161"/>
                      <a:pt x="41" y="201"/>
                      <a:pt x="108" y="201"/>
                    </a:cubicBezTo>
                    <a:cubicBezTo>
                      <a:pt x="161" y="201"/>
                      <a:pt x="202" y="161"/>
                      <a:pt x="202" y="108"/>
                    </a:cubicBezTo>
                    <a:cubicBezTo>
                      <a:pt x="202" y="41"/>
                      <a:pt x="161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3"/>
              <p:cNvSpPr/>
              <p:nvPr/>
            </p:nvSpPr>
            <p:spPr>
              <a:xfrm>
                <a:off x="8479906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41" y="0"/>
                      <a:pt x="1" y="41"/>
                      <a:pt x="1" y="108"/>
                    </a:cubicBezTo>
                    <a:cubicBezTo>
                      <a:pt x="1" y="161"/>
                      <a:pt x="41" y="201"/>
                      <a:pt x="108" y="201"/>
                    </a:cubicBezTo>
                    <a:cubicBezTo>
                      <a:pt x="162" y="201"/>
                      <a:pt x="202" y="161"/>
                      <a:pt x="202" y="108"/>
                    </a:cubicBezTo>
                    <a:cubicBezTo>
                      <a:pt x="202" y="41"/>
                      <a:pt x="162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3"/>
              <p:cNvSpPr/>
              <p:nvPr/>
            </p:nvSpPr>
            <p:spPr>
              <a:xfrm>
                <a:off x="7659925" y="2012735"/>
                <a:ext cx="291289" cy="782705"/>
              </a:xfrm>
              <a:custGeom>
                <a:avLst/>
                <a:gdLst/>
                <a:ahLst/>
                <a:cxnLst/>
                <a:rect l="l" t="t" r="r" b="b"/>
                <a:pathLst>
                  <a:path w="3125" h="8397" extrusionOk="0">
                    <a:moveTo>
                      <a:pt x="0" y="1"/>
                    </a:moveTo>
                    <a:lnTo>
                      <a:pt x="0" y="3407"/>
                    </a:lnTo>
                    <a:cubicBezTo>
                      <a:pt x="0" y="5526"/>
                      <a:pt x="1220" y="7471"/>
                      <a:pt x="3125" y="8396"/>
                    </a:cubicBezTo>
                    <a:cubicBezTo>
                      <a:pt x="1770" y="6264"/>
                      <a:pt x="1650" y="3394"/>
                      <a:pt x="1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3"/>
              <p:cNvSpPr/>
              <p:nvPr/>
            </p:nvSpPr>
            <p:spPr>
              <a:xfrm>
                <a:off x="7661137" y="853926"/>
                <a:ext cx="477621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5124" h="11776" extrusionOk="0">
                    <a:moveTo>
                      <a:pt x="4735" y="1"/>
                    </a:moveTo>
                    <a:cubicBezTo>
                      <a:pt x="4681" y="1"/>
                      <a:pt x="4641" y="27"/>
                      <a:pt x="4614" y="68"/>
                    </a:cubicBezTo>
                    <a:cubicBezTo>
                      <a:pt x="4560" y="135"/>
                      <a:pt x="4480" y="255"/>
                      <a:pt x="4359" y="416"/>
                    </a:cubicBezTo>
                    <a:cubicBezTo>
                      <a:pt x="3688" y="1422"/>
                      <a:pt x="3058" y="2468"/>
                      <a:pt x="2495" y="3528"/>
                    </a:cubicBezTo>
                    <a:cubicBezTo>
                      <a:pt x="2321" y="3876"/>
                      <a:pt x="2146" y="4225"/>
                      <a:pt x="1958" y="4601"/>
                    </a:cubicBezTo>
                    <a:cubicBezTo>
                      <a:pt x="926" y="6746"/>
                      <a:pt x="0" y="9362"/>
                      <a:pt x="0" y="11776"/>
                    </a:cubicBezTo>
                    <a:lnTo>
                      <a:pt x="1637" y="11776"/>
                    </a:lnTo>
                    <a:cubicBezTo>
                      <a:pt x="1637" y="5687"/>
                      <a:pt x="5123" y="14"/>
                      <a:pt x="5123" y="14"/>
                    </a:cubicBezTo>
                    <a:lnTo>
                      <a:pt x="51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3"/>
              <p:cNvSpPr/>
              <p:nvPr/>
            </p:nvSpPr>
            <p:spPr>
              <a:xfrm>
                <a:off x="7884937" y="2756565"/>
                <a:ext cx="8762" cy="6338"/>
              </a:xfrm>
              <a:custGeom>
                <a:avLst/>
                <a:gdLst/>
                <a:ahLst/>
                <a:cxnLst/>
                <a:rect l="l" t="t" r="r" b="b"/>
                <a:pathLst>
                  <a:path w="94" h="68" extrusionOk="0">
                    <a:moveTo>
                      <a:pt x="0" y="0"/>
                    </a:moveTo>
                    <a:lnTo>
                      <a:pt x="94" y="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3"/>
              <p:cNvSpPr/>
              <p:nvPr/>
            </p:nvSpPr>
            <p:spPr>
              <a:xfrm>
                <a:off x="7883633" y="2756565"/>
                <a:ext cx="10067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1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08" y="81"/>
                    </a:lnTo>
                    <a:lnTo>
                      <a:pt x="108" y="6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3"/>
              <p:cNvSpPr/>
              <p:nvPr/>
            </p:nvSpPr>
            <p:spPr>
              <a:xfrm>
                <a:off x="7857347" y="2622806"/>
                <a:ext cx="18922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2" extrusionOk="0">
                    <a:moveTo>
                      <a:pt x="108" y="0"/>
                    </a:moveTo>
                    <a:cubicBezTo>
                      <a:pt x="55" y="0"/>
                      <a:pt x="1" y="41"/>
                      <a:pt x="1" y="108"/>
                    </a:cubicBezTo>
                    <a:cubicBezTo>
                      <a:pt x="1" y="161"/>
                      <a:pt x="55" y="201"/>
                      <a:pt x="108" y="201"/>
                    </a:cubicBezTo>
                    <a:cubicBezTo>
                      <a:pt x="162" y="201"/>
                      <a:pt x="202" y="161"/>
                      <a:pt x="202" y="108"/>
                    </a:cubicBezTo>
                    <a:cubicBezTo>
                      <a:pt x="202" y="41"/>
                      <a:pt x="162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3"/>
              <p:cNvSpPr/>
              <p:nvPr/>
            </p:nvSpPr>
            <p:spPr>
              <a:xfrm>
                <a:off x="8274934" y="486392"/>
                <a:ext cx="268825" cy="165173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1772" extrusionOk="0">
                    <a:moveTo>
                      <a:pt x="2884" y="1"/>
                    </a:moveTo>
                    <a:lnTo>
                      <a:pt x="0" y="1235"/>
                    </a:lnTo>
                    <a:lnTo>
                      <a:pt x="0" y="1771"/>
                    </a:lnTo>
                    <a:lnTo>
                      <a:pt x="2884" y="524"/>
                    </a:lnTo>
                    <a:lnTo>
                      <a:pt x="28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3"/>
              <p:cNvSpPr/>
              <p:nvPr/>
            </p:nvSpPr>
            <p:spPr>
              <a:xfrm>
                <a:off x="7813631" y="486392"/>
                <a:ext cx="268825" cy="165173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1772" extrusionOk="0">
                    <a:moveTo>
                      <a:pt x="1" y="1"/>
                    </a:moveTo>
                    <a:lnTo>
                      <a:pt x="1" y="524"/>
                    </a:lnTo>
                    <a:lnTo>
                      <a:pt x="2884" y="1771"/>
                    </a:lnTo>
                    <a:lnTo>
                      <a:pt x="2884" y="1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"/>
          <p:cNvSpPr txBox="1">
            <a:spLocks noGrp="1"/>
          </p:cNvSpPr>
          <p:nvPr>
            <p:ph type="title"/>
          </p:nvPr>
        </p:nvSpPr>
        <p:spPr>
          <a:xfrm>
            <a:off x="2337273" y="1034275"/>
            <a:ext cx="4469400" cy="1547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29" name="Google Shape;229;p14"/>
          <p:cNvSpPr txBox="1">
            <a:spLocks noGrp="1"/>
          </p:cNvSpPr>
          <p:nvPr>
            <p:ph type="subTitle" idx="1"/>
          </p:nvPr>
        </p:nvSpPr>
        <p:spPr>
          <a:xfrm>
            <a:off x="2337273" y="2725470"/>
            <a:ext cx="44694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8533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/>
          <p:nvPr/>
        </p:nvSpPr>
        <p:spPr>
          <a:xfrm>
            <a:off x="497875" y="407600"/>
            <a:ext cx="8155500" cy="432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22"/>
          <p:cNvSpPr txBox="1">
            <a:spLocks noGrp="1"/>
          </p:cNvSpPr>
          <p:nvPr>
            <p:ph type="subTitle" idx="1"/>
          </p:nvPr>
        </p:nvSpPr>
        <p:spPr>
          <a:xfrm>
            <a:off x="3587206" y="3509350"/>
            <a:ext cx="1944000" cy="4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50" name="Google Shape;350;p22"/>
          <p:cNvSpPr txBox="1">
            <a:spLocks noGrp="1"/>
          </p:cNvSpPr>
          <p:nvPr>
            <p:ph type="subTitle" idx="2"/>
          </p:nvPr>
        </p:nvSpPr>
        <p:spPr>
          <a:xfrm>
            <a:off x="3587206" y="3884986"/>
            <a:ext cx="19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subTitle" idx="3"/>
          </p:nvPr>
        </p:nvSpPr>
        <p:spPr>
          <a:xfrm>
            <a:off x="1034236" y="3509350"/>
            <a:ext cx="1944000" cy="4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subTitle" idx="4"/>
          </p:nvPr>
        </p:nvSpPr>
        <p:spPr>
          <a:xfrm>
            <a:off x="1034236" y="3884986"/>
            <a:ext cx="19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subTitle" idx="5"/>
          </p:nvPr>
        </p:nvSpPr>
        <p:spPr>
          <a:xfrm>
            <a:off x="6165936" y="3509350"/>
            <a:ext cx="1944000" cy="4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subTitle" idx="6"/>
          </p:nvPr>
        </p:nvSpPr>
        <p:spPr>
          <a:xfrm>
            <a:off x="6165936" y="3884986"/>
            <a:ext cx="19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title" hasCustomPrompt="1"/>
          </p:nvPr>
        </p:nvSpPr>
        <p:spPr>
          <a:xfrm>
            <a:off x="1464075" y="2164825"/>
            <a:ext cx="1084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56" name="Google Shape;356;p22"/>
          <p:cNvSpPr txBox="1">
            <a:spLocks noGrp="1"/>
          </p:cNvSpPr>
          <p:nvPr>
            <p:ph type="title" idx="7" hasCustomPrompt="1"/>
          </p:nvPr>
        </p:nvSpPr>
        <p:spPr>
          <a:xfrm>
            <a:off x="4017111" y="2164825"/>
            <a:ext cx="1084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57" name="Google Shape;357;p22"/>
          <p:cNvSpPr txBox="1">
            <a:spLocks noGrp="1"/>
          </p:cNvSpPr>
          <p:nvPr>
            <p:ph type="title" idx="8" hasCustomPrompt="1"/>
          </p:nvPr>
        </p:nvSpPr>
        <p:spPr>
          <a:xfrm>
            <a:off x="6595837" y="2164825"/>
            <a:ext cx="1084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358" name="Google Shape;358;p22"/>
          <p:cNvSpPr txBox="1">
            <a:spLocks noGrp="1"/>
          </p:cNvSpPr>
          <p:nvPr>
            <p:ph type="title" idx="9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688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Vazirmatn"/>
              <a:buNone/>
              <a:defRPr sz="3000" b="1">
                <a:solidFill>
                  <a:schemeClr val="accent2"/>
                </a:solidFill>
                <a:latin typeface="Vazirmatn"/>
                <a:ea typeface="Vazirmatn"/>
                <a:cs typeface="Vazirmatn"/>
                <a:sym typeface="Vazirmat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1100" y="1152475"/>
            <a:ext cx="7901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●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○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■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●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○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■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●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○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azirmatn"/>
              <a:buChar char="■"/>
              <a:defRPr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8" r:id="rId6"/>
    <p:sldLayoutId id="2147483659" r:id="rId7"/>
    <p:sldLayoutId id="2147483662" r:id="rId8"/>
    <p:sldLayoutId id="2147483663" r:id="rId9"/>
    <p:sldLayoutId id="2147483675" r:id="rId10"/>
    <p:sldLayoutId id="2147483677" r:id="rId11"/>
    <p:sldLayoutId id="2147483678" r:id="rId12"/>
    <p:sldLayoutId id="2147483679" r:id="rId13"/>
    <p:sldLayoutId id="2147483684" r:id="rId14"/>
    <p:sldLayoutId id="214748368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37"/>
          <p:cNvSpPr txBox="1">
            <a:spLocks noGrp="1"/>
          </p:cNvSpPr>
          <p:nvPr>
            <p:ph type="ctrTitle"/>
          </p:nvPr>
        </p:nvSpPr>
        <p:spPr>
          <a:xfrm>
            <a:off x="3143800" y="974350"/>
            <a:ext cx="5171400" cy="28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000" dirty="0">
                <a:solidFill>
                  <a:schemeClr val="accent2"/>
                </a:solidFill>
              </a:rPr>
            </a:br>
            <a:r>
              <a:rPr lang="en-US" sz="4000" dirty="0" err="1">
                <a:solidFill>
                  <a:schemeClr val="accent2"/>
                </a:solidFill>
              </a:rPr>
              <a:t>ArenaData</a:t>
            </a:r>
            <a:br>
              <a:rPr lang="en-US" sz="3000" dirty="0">
                <a:solidFill>
                  <a:schemeClr val="accent2"/>
                </a:solidFill>
              </a:rPr>
            </a:br>
            <a:r>
              <a:rPr lang="en-US" sz="3000" dirty="0">
                <a:solidFill>
                  <a:schemeClr val="accent2"/>
                </a:solidFill>
              </a:rPr>
              <a:t>Team</a:t>
            </a:r>
            <a:br>
              <a:rPr lang="en-US" sz="3000" dirty="0"/>
            </a:br>
            <a:r>
              <a:rPr lang="en-US" sz="3000" dirty="0">
                <a:solidFill>
                  <a:schemeClr val="accent2"/>
                </a:solidFill>
              </a:rPr>
              <a:t>“</a:t>
            </a:r>
            <a:r>
              <a:rPr lang="ko-KR" altLang="en-US" sz="3000" dirty="0">
                <a:solidFill>
                  <a:schemeClr val="accent2"/>
                </a:solidFill>
              </a:rPr>
              <a:t>	</a:t>
            </a:r>
            <a:br>
              <a:rPr lang="ko-KR" altLang="en-US" sz="3000" dirty="0">
                <a:solidFill>
                  <a:schemeClr val="accent2"/>
                </a:solidFill>
              </a:rPr>
            </a:br>
            <a:r>
              <a:rPr lang="ko-KR" altLang="en-US" sz="3000" dirty="0">
                <a:solidFill>
                  <a:schemeClr val="accent2"/>
                </a:solidFill>
              </a:rPr>
              <a:t>ㅤㅤㅤㅤㅤ⠀⠀⠀⠀⠀​​​​​﻿﻿﻿﻿﻿</a:t>
            </a:r>
            <a:r>
              <a:rPr lang="en-US" sz="3000" dirty="0">
                <a:solidFill>
                  <a:schemeClr val="accent2"/>
                </a:solidFill>
              </a:rPr>
              <a:t>​​​​​﻿﻿﻿﻿﻿”​​​﻿﻿﻿﻿﻿</a:t>
            </a:r>
            <a:endParaRPr sz="3000" dirty="0">
              <a:solidFill>
                <a:schemeClr val="accent2"/>
              </a:solidFill>
            </a:endParaRPr>
          </a:p>
        </p:txBody>
      </p:sp>
      <p:sp>
        <p:nvSpPr>
          <p:cNvPr id="942" name="Google Shape;942;p37"/>
          <p:cNvSpPr txBox="1">
            <a:spLocks noGrp="1"/>
          </p:cNvSpPr>
          <p:nvPr>
            <p:ph type="subTitle" idx="1"/>
          </p:nvPr>
        </p:nvSpPr>
        <p:spPr>
          <a:xfrm>
            <a:off x="3143800" y="3875050"/>
            <a:ext cx="51714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Яковлев А.М., Шульгин И.Д., Токарев М.А.</a:t>
            </a:r>
            <a:endParaRPr dirty="0"/>
          </a:p>
        </p:txBody>
      </p:sp>
      <p:grpSp>
        <p:nvGrpSpPr>
          <p:cNvPr id="943" name="Google Shape;943;p37"/>
          <p:cNvGrpSpPr/>
          <p:nvPr/>
        </p:nvGrpSpPr>
        <p:grpSpPr>
          <a:xfrm>
            <a:off x="-898295" y="40400"/>
            <a:ext cx="4713061" cy="5179405"/>
            <a:chOff x="-278650" y="-271543"/>
            <a:chExt cx="4459325" cy="5537694"/>
          </a:xfrm>
        </p:grpSpPr>
        <p:sp>
          <p:nvSpPr>
            <p:cNvPr id="944" name="Google Shape;944;p37"/>
            <p:cNvSpPr/>
            <p:nvPr/>
          </p:nvSpPr>
          <p:spPr>
            <a:xfrm>
              <a:off x="-228243" y="3780163"/>
              <a:ext cx="954375" cy="386525"/>
            </a:xfrm>
            <a:custGeom>
              <a:avLst/>
              <a:gdLst/>
              <a:ahLst/>
              <a:cxnLst/>
              <a:rect l="l" t="t" r="r" b="b"/>
              <a:pathLst>
                <a:path w="38175" h="15461" extrusionOk="0">
                  <a:moveTo>
                    <a:pt x="8725" y="1"/>
                  </a:moveTo>
                  <a:cubicBezTo>
                    <a:pt x="7423" y="1"/>
                    <a:pt x="6366" y="328"/>
                    <a:pt x="5653" y="1078"/>
                  </a:cubicBezTo>
                  <a:cubicBezTo>
                    <a:pt x="0" y="6981"/>
                    <a:pt x="38175" y="15461"/>
                    <a:pt x="38175" y="15461"/>
                  </a:cubicBezTo>
                  <a:cubicBezTo>
                    <a:pt x="38175" y="15461"/>
                    <a:pt x="17671" y="1"/>
                    <a:pt x="8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7"/>
            <p:cNvSpPr/>
            <p:nvPr/>
          </p:nvSpPr>
          <p:spPr>
            <a:xfrm>
              <a:off x="1311675" y="3687525"/>
              <a:ext cx="268350" cy="404200"/>
            </a:xfrm>
            <a:custGeom>
              <a:avLst/>
              <a:gdLst/>
              <a:ahLst/>
              <a:cxnLst/>
              <a:rect l="l" t="t" r="r" b="b"/>
              <a:pathLst>
                <a:path w="10734" h="16168" extrusionOk="0">
                  <a:moveTo>
                    <a:pt x="4559" y="0"/>
                  </a:moveTo>
                  <a:cubicBezTo>
                    <a:pt x="4390" y="0"/>
                    <a:pt x="4218" y="34"/>
                    <a:pt x="4043" y="104"/>
                  </a:cubicBezTo>
                  <a:cubicBezTo>
                    <a:pt x="0" y="1750"/>
                    <a:pt x="10734" y="16168"/>
                    <a:pt x="10734" y="16168"/>
                  </a:cubicBezTo>
                  <a:cubicBezTo>
                    <a:pt x="10734" y="16168"/>
                    <a:pt x="8279" y="0"/>
                    <a:pt x="45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7"/>
            <p:cNvSpPr/>
            <p:nvPr/>
          </p:nvSpPr>
          <p:spPr>
            <a:xfrm>
              <a:off x="1437775" y="1619475"/>
              <a:ext cx="1111825" cy="3170825"/>
            </a:xfrm>
            <a:custGeom>
              <a:avLst/>
              <a:gdLst/>
              <a:ahLst/>
              <a:cxnLst/>
              <a:rect l="l" t="t" r="r" b="b"/>
              <a:pathLst>
                <a:path w="44473" h="126833" extrusionOk="0">
                  <a:moveTo>
                    <a:pt x="44472" y="0"/>
                  </a:moveTo>
                  <a:lnTo>
                    <a:pt x="2362" y="4043"/>
                  </a:lnTo>
                  <a:cubicBezTo>
                    <a:pt x="2362" y="4043"/>
                    <a:pt x="14061" y="35385"/>
                    <a:pt x="13489" y="64114"/>
                  </a:cubicBezTo>
                  <a:cubicBezTo>
                    <a:pt x="12881" y="92879"/>
                    <a:pt x="1" y="126832"/>
                    <a:pt x="1" y="126832"/>
                  </a:cubicBezTo>
                  <a:lnTo>
                    <a:pt x="42433" y="126832"/>
                  </a:lnTo>
                  <a:cubicBezTo>
                    <a:pt x="42433" y="126832"/>
                    <a:pt x="31879" y="77280"/>
                    <a:pt x="31628" y="62433"/>
                  </a:cubicBezTo>
                  <a:cubicBezTo>
                    <a:pt x="31306" y="46619"/>
                    <a:pt x="33668" y="18140"/>
                    <a:pt x="444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7"/>
            <p:cNvSpPr/>
            <p:nvPr/>
          </p:nvSpPr>
          <p:spPr>
            <a:xfrm>
              <a:off x="2047800" y="2189600"/>
              <a:ext cx="176350" cy="1824475"/>
            </a:xfrm>
            <a:custGeom>
              <a:avLst/>
              <a:gdLst/>
              <a:ahLst/>
              <a:cxnLst/>
              <a:rect l="l" t="t" r="r" b="b"/>
              <a:pathLst>
                <a:path w="7054" h="72979" extrusionOk="0">
                  <a:moveTo>
                    <a:pt x="5840" y="0"/>
                  </a:moveTo>
                  <a:cubicBezTo>
                    <a:pt x="5638" y="0"/>
                    <a:pt x="5433" y="91"/>
                    <a:pt x="5260" y="308"/>
                  </a:cubicBezTo>
                  <a:lnTo>
                    <a:pt x="5260" y="272"/>
                  </a:lnTo>
                  <a:cubicBezTo>
                    <a:pt x="1968" y="4279"/>
                    <a:pt x="1074" y="9216"/>
                    <a:pt x="644" y="14261"/>
                  </a:cubicBezTo>
                  <a:cubicBezTo>
                    <a:pt x="143" y="20665"/>
                    <a:pt x="0" y="27105"/>
                    <a:pt x="36" y="33545"/>
                  </a:cubicBezTo>
                  <a:cubicBezTo>
                    <a:pt x="179" y="46533"/>
                    <a:pt x="1324" y="59520"/>
                    <a:pt x="3506" y="72328"/>
                  </a:cubicBezTo>
                  <a:cubicBezTo>
                    <a:pt x="3578" y="72784"/>
                    <a:pt x="3898" y="72979"/>
                    <a:pt x="4244" y="72979"/>
                  </a:cubicBezTo>
                  <a:cubicBezTo>
                    <a:pt x="4768" y="72979"/>
                    <a:pt x="5353" y="72531"/>
                    <a:pt x="5224" y="71863"/>
                  </a:cubicBezTo>
                  <a:cubicBezTo>
                    <a:pt x="3184" y="59770"/>
                    <a:pt x="2075" y="47534"/>
                    <a:pt x="1861" y="35298"/>
                  </a:cubicBezTo>
                  <a:cubicBezTo>
                    <a:pt x="1753" y="29324"/>
                    <a:pt x="1896" y="23384"/>
                    <a:pt x="2218" y="17445"/>
                  </a:cubicBezTo>
                  <a:cubicBezTo>
                    <a:pt x="2540" y="11971"/>
                    <a:pt x="2898" y="5996"/>
                    <a:pt x="6512" y="1560"/>
                  </a:cubicBezTo>
                  <a:cubicBezTo>
                    <a:pt x="7054" y="883"/>
                    <a:pt x="6467" y="0"/>
                    <a:pt x="58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7"/>
            <p:cNvSpPr/>
            <p:nvPr/>
          </p:nvSpPr>
          <p:spPr>
            <a:xfrm>
              <a:off x="1629150" y="1857425"/>
              <a:ext cx="269750" cy="1257575"/>
            </a:xfrm>
            <a:custGeom>
              <a:avLst/>
              <a:gdLst/>
              <a:ahLst/>
              <a:cxnLst/>
              <a:rect l="l" t="t" r="r" b="b"/>
              <a:pathLst>
                <a:path w="10790" h="50303" extrusionOk="0">
                  <a:moveTo>
                    <a:pt x="1104" y="1"/>
                  </a:moveTo>
                  <a:cubicBezTo>
                    <a:pt x="559" y="1"/>
                    <a:pt x="0" y="436"/>
                    <a:pt x="217" y="1108"/>
                  </a:cubicBezTo>
                  <a:cubicBezTo>
                    <a:pt x="5083" y="16779"/>
                    <a:pt x="8052" y="33022"/>
                    <a:pt x="8982" y="49444"/>
                  </a:cubicBezTo>
                  <a:cubicBezTo>
                    <a:pt x="9000" y="50017"/>
                    <a:pt x="9457" y="50303"/>
                    <a:pt x="9904" y="50303"/>
                  </a:cubicBezTo>
                  <a:cubicBezTo>
                    <a:pt x="10351" y="50303"/>
                    <a:pt x="10789" y="50017"/>
                    <a:pt x="10771" y="49444"/>
                  </a:cubicBezTo>
                  <a:cubicBezTo>
                    <a:pt x="9841" y="32879"/>
                    <a:pt x="6872" y="16457"/>
                    <a:pt x="1934" y="608"/>
                  </a:cubicBezTo>
                  <a:cubicBezTo>
                    <a:pt x="1807" y="185"/>
                    <a:pt x="1458" y="1"/>
                    <a:pt x="11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7"/>
            <p:cNvSpPr/>
            <p:nvPr/>
          </p:nvSpPr>
          <p:spPr>
            <a:xfrm>
              <a:off x="1926150" y="3496025"/>
              <a:ext cx="185000" cy="1294925"/>
            </a:xfrm>
            <a:custGeom>
              <a:avLst/>
              <a:gdLst/>
              <a:ahLst/>
              <a:cxnLst/>
              <a:rect l="l" t="t" r="r" b="b"/>
              <a:pathLst>
                <a:path w="7400" h="51797" extrusionOk="0">
                  <a:moveTo>
                    <a:pt x="2406" y="0"/>
                  </a:moveTo>
                  <a:cubicBezTo>
                    <a:pt x="1959" y="0"/>
                    <a:pt x="1485" y="286"/>
                    <a:pt x="1432" y="859"/>
                  </a:cubicBezTo>
                  <a:cubicBezTo>
                    <a:pt x="0" y="17746"/>
                    <a:pt x="1360" y="34740"/>
                    <a:pt x="5510" y="51162"/>
                  </a:cubicBezTo>
                  <a:cubicBezTo>
                    <a:pt x="5625" y="51605"/>
                    <a:pt x="5967" y="51797"/>
                    <a:pt x="6319" y="51797"/>
                  </a:cubicBezTo>
                  <a:cubicBezTo>
                    <a:pt x="6849" y="51797"/>
                    <a:pt x="7399" y="51363"/>
                    <a:pt x="7228" y="50697"/>
                  </a:cubicBezTo>
                  <a:cubicBezTo>
                    <a:pt x="3149" y="34418"/>
                    <a:pt x="1789" y="17603"/>
                    <a:pt x="3220" y="859"/>
                  </a:cubicBezTo>
                  <a:cubicBezTo>
                    <a:pt x="3274" y="286"/>
                    <a:pt x="2854" y="0"/>
                    <a:pt x="24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7"/>
            <p:cNvSpPr/>
            <p:nvPr/>
          </p:nvSpPr>
          <p:spPr>
            <a:xfrm>
              <a:off x="-98614" y="-271543"/>
              <a:ext cx="4099256" cy="2254157"/>
            </a:xfrm>
            <a:custGeom>
              <a:avLst/>
              <a:gdLst/>
              <a:ahLst/>
              <a:cxnLst/>
              <a:rect l="l" t="t" r="r" b="b"/>
              <a:pathLst>
                <a:path w="136950" h="75308" extrusionOk="0">
                  <a:moveTo>
                    <a:pt x="81042" y="1"/>
                  </a:moveTo>
                  <a:cubicBezTo>
                    <a:pt x="64352" y="1"/>
                    <a:pt x="56808" y="17275"/>
                    <a:pt x="56808" y="17275"/>
                  </a:cubicBezTo>
                  <a:cubicBezTo>
                    <a:pt x="56808" y="17275"/>
                    <a:pt x="54261" y="7688"/>
                    <a:pt x="43721" y="7688"/>
                  </a:cubicBezTo>
                  <a:cubicBezTo>
                    <a:pt x="41893" y="7688"/>
                    <a:pt x="39825" y="7976"/>
                    <a:pt x="37488" y="8653"/>
                  </a:cubicBezTo>
                  <a:cubicBezTo>
                    <a:pt x="21710" y="13268"/>
                    <a:pt x="21710" y="33125"/>
                    <a:pt x="21710" y="33125"/>
                  </a:cubicBezTo>
                  <a:cubicBezTo>
                    <a:pt x="21710" y="33125"/>
                    <a:pt x="21045" y="33041"/>
                    <a:pt x="19976" y="33041"/>
                  </a:cubicBezTo>
                  <a:cubicBezTo>
                    <a:pt x="14774" y="33041"/>
                    <a:pt x="1" y="35034"/>
                    <a:pt x="5610" y="58420"/>
                  </a:cubicBezTo>
                  <a:cubicBezTo>
                    <a:pt x="8287" y="69628"/>
                    <a:pt x="14718" y="73002"/>
                    <a:pt x="21490" y="73002"/>
                  </a:cubicBezTo>
                  <a:cubicBezTo>
                    <a:pt x="31729" y="73002"/>
                    <a:pt x="42747" y="65289"/>
                    <a:pt x="42747" y="65289"/>
                  </a:cubicBezTo>
                  <a:cubicBezTo>
                    <a:pt x="45115" y="70931"/>
                    <a:pt x="48184" y="72799"/>
                    <a:pt x="51212" y="72799"/>
                  </a:cubicBezTo>
                  <a:cubicBezTo>
                    <a:pt x="57150" y="72799"/>
                    <a:pt x="62925" y="65611"/>
                    <a:pt x="62925" y="65611"/>
                  </a:cubicBezTo>
                  <a:cubicBezTo>
                    <a:pt x="67345" y="72868"/>
                    <a:pt x="71950" y="75308"/>
                    <a:pt x="76143" y="75308"/>
                  </a:cubicBezTo>
                  <a:cubicBezTo>
                    <a:pt x="84746" y="75308"/>
                    <a:pt x="91619" y="65039"/>
                    <a:pt x="91619" y="65039"/>
                  </a:cubicBezTo>
                  <a:cubicBezTo>
                    <a:pt x="99001" y="71855"/>
                    <a:pt x="105759" y="74436"/>
                    <a:pt x="111597" y="74436"/>
                  </a:cubicBezTo>
                  <a:cubicBezTo>
                    <a:pt x="121265" y="74436"/>
                    <a:pt x="128411" y="67357"/>
                    <a:pt x="131690" y="60709"/>
                  </a:cubicBezTo>
                  <a:cubicBezTo>
                    <a:pt x="136949" y="50083"/>
                    <a:pt x="121171" y="46041"/>
                    <a:pt x="121171" y="46041"/>
                  </a:cubicBezTo>
                  <a:cubicBezTo>
                    <a:pt x="121171" y="46041"/>
                    <a:pt x="127611" y="41747"/>
                    <a:pt x="124678" y="29941"/>
                  </a:cubicBezTo>
                  <a:cubicBezTo>
                    <a:pt x="123667" y="25886"/>
                    <a:pt x="120610" y="24556"/>
                    <a:pt x="117036" y="24556"/>
                  </a:cubicBezTo>
                  <a:cubicBezTo>
                    <a:pt x="110236" y="24556"/>
                    <a:pt x="101565" y="29368"/>
                    <a:pt x="101565" y="29368"/>
                  </a:cubicBezTo>
                  <a:cubicBezTo>
                    <a:pt x="101565" y="29368"/>
                    <a:pt x="99812" y="889"/>
                    <a:pt x="82245" y="30"/>
                  </a:cubicBezTo>
                  <a:cubicBezTo>
                    <a:pt x="81839" y="11"/>
                    <a:pt x="81438" y="1"/>
                    <a:pt x="810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7"/>
            <p:cNvSpPr/>
            <p:nvPr/>
          </p:nvSpPr>
          <p:spPr>
            <a:xfrm>
              <a:off x="509350" y="3331425"/>
              <a:ext cx="2683350" cy="160150"/>
            </a:xfrm>
            <a:custGeom>
              <a:avLst/>
              <a:gdLst/>
              <a:ahLst/>
              <a:cxnLst/>
              <a:rect l="l" t="t" r="r" b="b"/>
              <a:pathLst>
                <a:path w="107334" h="6406" extrusionOk="0">
                  <a:moveTo>
                    <a:pt x="36" y="1"/>
                  </a:moveTo>
                  <a:cubicBezTo>
                    <a:pt x="1" y="73"/>
                    <a:pt x="1" y="144"/>
                    <a:pt x="1" y="216"/>
                  </a:cubicBezTo>
                  <a:cubicBezTo>
                    <a:pt x="1" y="3650"/>
                    <a:pt x="24043" y="6405"/>
                    <a:pt x="53667" y="6405"/>
                  </a:cubicBezTo>
                  <a:cubicBezTo>
                    <a:pt x="83291" y="6405"/>
                    <a:pt x="107334" y="3650"/>
                    <a:pt x="107334" y="216"/>
                  </a:cubicBezTo>
                  <a:cubicBezTo>
                    <a:pt x="107334" y="144"/>
                    <a:pt x="107298" y="73"/>
                    <a:pt x="107298" y="1"/>
                  </a:cubicBezTo>
                  <a:lnTo>
                    <a:pt x="101645" y="1"/>
                  </a:lnTo>
                  <a:cubicBezTo>
                    <a:pt x="101645" y="2291"/>
                    <a:pt x="80035" y="4151"/>
                    <a:pt x="53381" y="4151"/>
                  </a:cubicBezTo>
                  <a:cubicBezTo>
                    <a:pt x="26727" y="4151"/>
                    <a:pt x="5117" y="2291"/>
                    <a:pt x="5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7"/>
            <p:cNvSpPr/>
            <p:nvPr/>
          </p:nvSpPr>
          <p:spPr>
            <a:xfrm>
              <a:off x="-38903" y="2853800"/>
              <a:ext cx="1627025" cy="339925"/>
            </a:xfrm>
            <a:custGeom>
              <a:avLst/>
              <a:gdLst/>
              <a:ahLst/>
              <a:cxnLst/>
              <a:rect l="l" t="t" r="r" b="b"/>
              <a:pathLst>
                <a:path w="65081" h="13597" extrusionOk="0">
                  <a:moveTo>
                    <a:pt x="65080" y="11664"/>
                  </a:moveTo>
                  <a:cubicBezTo>
                    <a:pt x="65080" y="11664"/>
                    <a:pt x="63558" y="11827"/>
                    <a:pt x="61003" y="12058"/>
                  </a:cubicBezTo>
                  <a:lnTo>
                    <a:pt x="61003" y="12058"/>
                  </a:lnTo>
                  <a:cubicBezTo>
                    <a:pt x="62650" y="11979"/>
                    <a:pt x="64036" y="11849"/>
                    <a:pt x="65080" y="11664"/>
                  </a:cubicBezTo>
                  <a:close/>
                  <a:moveTo>
                    <a:pt x="21396" y="1"/>
                  </a:moveTo>
                  <a:lnTo>
                    <a:pt x="21396" y="1"/>
                  </a:lnTo>
                  <a:cubicBezTo>
                    <a:pt x="21395" y="1"/>
                    <a:pt x="1" y="2541"/>
                    <a:pt x="7299" y="9804"/>
                  </a:cubicBezTo>
                  <a:cubicBezTo>
                    <a:pt x="10219" y="12723"/>
                    <a:pt x="20128" y="13596"/>
                    <a:pt x="30936" y="13596"/>
                  </a:cubicBezTo>
                  <a:cubicBezTo>
                    <a:pt x="42346" y="13596"/>
                    <a:pt x="54759" y="12623"/>
                    <a:pt x="61003" y="12058"/>
                  </a:cubicBezTo>
                  <a:lnTo>
                    <a:pt x="61003" y="12058"/>
                  </a:lnTo>
                  <a:cubicBezTo>
                    <a:pt x="59633" y="12124"/>
                    <a:pt x="58081" y="12156"/>
                    <a:pt x="56393" y="12156"/>
                  </a:cubicBezTo>
                  <a:cubicBezTo>
                    <a:pt x="40113" y="12156"/>
                    <a:pt x="11216" y="9226"/>
                    <a:pt x="10663" y="6226"/>
                  </a:cubicBezTo>
                  <a:cubicBezTo>
                    <a:pt x="9947" y="2505"/>
                    <a:pt x="21395" y="1"/>
                    <a:pt x="213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7"/>
            <p:cNvSpPr/>
            <p:nvPr/>
          </p:nvSpPr>
          <p:spPr>
            <a:xfrm>
              <a:off x="2331309" y="2847550"/>
              <a:ext cx="1621650" cy="345125"/>
            </a:xfrm>
            <a:custGeom>
              <a:avLst/>
              <a:gdLst/>
              <a:ahLst/>
              <a:cxnLst/>
              <a:rect l="l" t="t" r="r" b="b"/>
              <a:pathLst>
                <a:path w="64866" h="13805" extrusionOk="0">
                  <a:moveTo>
                    <a:pt x="0" y="12487"/>
                  </a:moveTo>
                  <a:lnTo>
                    <a:pt x="0" y="12487"/>
                  </a:lnTo>
                  <a:cubicBezTo>
                    <a:pt x="1025" y="12647"/>
                    <a:pt x="2375" y="12747"/>
                    <a:pt x="3978" y="12795"/>
                  </a:cubicBezTo>
                  <a:lnTo>
                    <a:pt x="3978" y="12795"/>
                  </a:lnTo>
                  <a:cubicBezTo>
                    <a:pt x="1484" y="12617"/>
                    <a:pt x="1" y="12487"/>
                    <a:pt x="0" y="12487"/>
                  </a:cubicBezTo>
                  <a:close/>
                  <a:moveTo>
                    <a:pt x="43435" y="0"/>
                  </a:moveTo>
                  <a:cubicBezTo>
                    <a:pt x="43435" y="0"/>
                    <a:pt x="54919" y="2290"/>
                    <a:pt x="54311" y="5975"/>
                  </a:cubicBezTo>
                  <a:cubicBezTo>
                    <a:pt x="53761" y="9154"/>
                    <a:pt x="22037" y="12828"/>
                    <a:pt x="6378" y="12828"/>
                  </a:cubicBezTo>
                  <a:cubicBezTo>
                    <a:pt x="5528" y="12828"/>
                    <a:pt x="4726" y="12817"/>
                    <a:pt x="3978" y="12795"/>
                  </a:cubicBezTo>
                  <a:lnTo>
                    <a:pt x="3978" y="12795"/>
                  </a:lnTo>
                  <a:cubicBezTo>
                    <a:pt x="9424" y="13185"/>
                    <a:pt x="19690" y="13805"/>
                    <a:pt x="29864" y="13805"/>
                  </a:cubicBezTo>
                  <a:cubicBezTo>
                    <a:pt x="42245" y="13805"/>
                    <a:pt x="54490" y="12886"/>
                    <a:pt x="57746" y="9517"/>
                  </a:cubicBezTo>
                  <a:cubicBezTo>
                    <a:pt x="64865" y="2111"/>
                    <a:pt x="43436" y="0"/>
                    <a:pt x="434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7"/>
            <p:cNvSpPr/>
            <p:nvPr/>
          </p:nvSpPr>
          <p:spPr>
            <a:xfrm>
              <a:off x="2488750" y="1982626"/>
              <a:ext cx="1621698" cy="285125"/>
            </a:xfrm>
            <a:custGeom>
              <a:avLst/>
              <a:gdLst/>
              <a:ahLst/>
              <a:cxnLst/>
              <a:rect l="l" t="t" r="r" b="b"/>
              <a:pathLst>
                <a:path w="53632" h="11405" extrusionOk="0">
                  <a:moveTo>
                    <a:pt x="1" y="10304"/>
                  </a:moveTo>
                  <a:lnTo>
                    <a:pt x="1" y="10304"/>
                  </a:lnTo>
                  <a:cubicBezTo>
                    <a:pt x="878" y="10444"/>
                    <a:pt x="2045" y="10531"/>
                    <a:pt x="3434" y="10571"/>
                  </a:cubicBezTo>
                  <a:lnTo>
                    <a:pt x="3434" y="10571"/>
                  </a:lnTo>
                  <a:cubicBezTo>
                    <a:pt x="1285" y="10417"/>
                    <a:pt x="1" y="10304"/>
                    <a:pt x="1" y="10304"/>
                  </a:cubicBezTo>
                  <a:close/>
                  <a:moveTo>
                    <a:pt x="35921" y="0"/>
                  </a:moveTo>
                  <a:lnTo>
                    <a:pt x="35921" y="0"/>
                  </a:lnTo>
                  <a:cubicBezTo>
                    <a:pt x="35922" y="0"/>
                    <a:pt x="45403" y="1861"/>
                    <a:pt x="44902" y="4937"/>
                  </a:cubicBezTo>
                  <a:cubicBezTo>
                    <a:pt x="44444" y="7559"/>
                    <a:pt x="18348" y="10597"/>
                    <a:pt x="5370" y="10597"/>
                  </a:cubicBezTo>
                  <a:cubicBezTo>
                    <a:pt x="4686" y="10597"/>
                    <a:pt x="4039" y="10588"/>
                    <a:pt x="3434" y="10571"/>
                  </a:cubicBezTo>
                  <a:lnTo>
                    <a:pt x="3434" y="10571"/>
                  </a:lnTo>
                  <a:cubicBezTo>
                    <a:pt x="7988" y="10897"/>
                    <a:pt x="16429" y="11404"/>
                    <a:pt x="24780" y="11404"/>
                  </a:cubicBezTo>
                  <a:cubicBezTo>
                    <a:pt x="34983" y="11404"/>
                    <a:pt x="45050" y="10646"/>
                    <a:pt x="47728" y="7871"/>
                  </a:cubicBezTo>
                  <a:cubicBezTo>
                    <a:pt x="53631" y="1753"/>
                    <a:pt x="35923" y="0"/>
                    <a:pt x="359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-278650" y="1928044"/>
              <a:ext cx="1821611" cy="285125"/>
            </a:xfrm>
            <a:custGeom>
              <a:avLst/>
              <a:gdLst/>
              <a:ahLst/>
              <a:cxnLst/>
              <a:rect l="l" t="t" r="r" b="b"/>
              <a:pathLst>
                <a:path w="53632" h="11405" extrusionOk="0">
                  <a:moveTo>
                    <a:pt x="53631" y="10305"/>
                  </a:moveTo>
                  <a:lnTo>
                    <a:pt x="53631" y="10305"/>
                  </a:lnTo>
                  <a:cubicBezTo>
                    <a:pt x="53631" y="10305"/>
                    <a:pt x="52347" y="10418"/>
                    <a:pt x="50198" y="10572"/>
                  </a:cubicBezTo>
                  <a:lnTo>
                    <a:pt x="50198" y="10572"/>
                  </a:lnTo>
                  <a:cubicBezTo>
                    <a:pt x="51587" y="10532"/>
                    <a:pt x="52754" y="10445"/>
                    <a:pt x="53631" y="10305"/>
                  </a:cubicBezTo>
                  <a:close/>
                  <a:moveTo>
                    <a:pt x="17746" y="1"/>
                  </a:moveTo>
                  <a:cubicBezTo>
                    <a:pt x="17746" y="1"/>
                    <a:pt x="1" y="1754"/>
                    <a:pt x="5904" y="7872"/>
                  </a:cubicBezTo>
                  <a:cubicBezTo>
                    <a:pt x="8582" y="10647"/>
                    <a:pt x="18649" y="11405"/>
                    <a:pt x="28852" y="11405"/>
                  </a:cubicBezTo>
                  <a:cubicBezTo>
                    <a:pt x="37203" y="11405"/>
                    <a:pt x="45644" y="10897"/>
                    <a:pt x="50198" y="10572"/>
                  </a:cubicBezTo>
                  <a:lnTo>
                    <a:pt x="50198" y="10572"/>
                  </a:lnTo>
                  <a:cubicBezTo>
                    <a:pt x="49593" y="10589"/>
                    <a:pt x="48946" y="10597"/>
                    <a:pt x="48262" y="10597"/>
                  </a:cubicBezTo>
                  <a:cubicBezTo>
                    <a:pt x="35285" y="10597"/>
                    <a:pt x="9193" y="7560"/>
                    <a:pt x="8766" y="4938"/>
                  </a:cubicBezTo>
                  <a:cubicBezTo>
                    <a:pt x="8229" y="1897"/>
                    <a:pt x="17746" y="1"/>
                    <a:pt x="17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7"/>
            <p:cNvSpPr/>
            <p:nvPr/>
          </p:nvSpPr>
          <p:spPr>
            <a:xfrm>
              <a:off x="-41829" y="3859084"/>
              <a:ext cx="4042312" cy="1149475"/>
            </a:xfrm>
            <a:custGeom>
              <a:avLst/>
              <a:gdLst/>
              <a:ahLst/>
              <a:cxnLst/>
              <a:rect l="l" t="t" r="r" b="b"/>
              <a:pathLst>
                <a:path w="139306" h="45979" extrusionOk="0">
                  <a:moveTo>
                    <a:pt x="69234" y="1"/>
                  </a:moveTo>
                  <a:cubicBezTo>
                    <a:pt x="68914" y="1"/>
                    <a:pt x="68590" y="13"/>
                    <a:pt x="68264" y="40"/>
                  </a:cubicBezTo>
                  <a:cubicBezTo>
                    <a:pt x="55813" y="1041"/>
                    <a:pt x="58962" y="17642"/>
                    <a:pt x="58962" y="17642"/>
                  </a:cubicBezTo>
                  <a:cubicBezTo>
                    <a:pt x="58962" y="17642"/>
                    <a:pt x="49087" y="10666"/>
                    <a:pt x="39177" y="6551"/>
                  </a:cubicBezTo>
                  <a:cubicBezTo>
                    <a:pt x="38310" y="6187"/>
                    <a:pt x="37496" y="6021"/>
                    <a:pt x="36731" y="6021"/>
                  </a:cubicBezTo>
                  <a:cubicBezTo>
                    <a:pt x="28780" y="6021"/>
                    <a:pt x="26190" y="23975"/>
                    <a:pt x="26190" y="23975"/>
                  </a:cubicBezTo>
                  <a:cubicBezTo>
                    <a:pt x="26190" y="23975"/>
                    <a:pt x="24503" y="21363"/>
                    <a:pt x="18619" y="21363"/>
                  </a:cubicBezTo>
                  <a:cubicBezTo>
                    <a:pt x="16743" y="21363"/>
                    <a:pt x="14440" y="21628"/>
                    <a:pt x="11628" y="22329"/>
                  </a:cubicBezTo>
                  <a:cubicBezTo>
                    <a:pt x="0" y="25227"/>
                    <a:pt x="4795" y="45799"/>
                    <a:pt x="4795" y="45799"/>
                  </a:cubicBezTo>
                  <a:lnTo>
                    <a:pt x="135741" y="45978"/>
                  </a:lnTo>
                  <a:cubicBezTo>
                    <a:pt x="139306" y="28710"/>
                    <a:pt x="132213" y="24557"/>
                    <a:pt x="124565" y="24557"/>
                  </a:cubicBezTo>
                  <a:cubicBezTo>
                    <a:pt x="117476" y="24557"/>
                    <a:pt x="109909" y="28125"/>
                    <a:pt x="109909" y="28125"/>
                  </a:cubicBezTo>
                  <a:cubicBezTo>
                    <a:pt x="109909" y="28125"/>
                    <a:pt x="113809" y="14852"/>
                    <a:pt x="101645" y="12991"/>
                  </a:cubicBezTo>
                  <a:cubicBezTo>
                    <a:pt x="100142" y="12766"/>
                    <a:pt x="98811" y="12667"/>
                    <a:pt x="97631" y="12667"/>
                  </a:cubicBezTo>
                  <a:cubicBezTo>
                    <a:pt x="89256" y="12667"/>
                    <a:pt x="88514" y="17642"/>
                    <a:pt x="88514" y="17642"/>
                  </a:cubicBezTo>
                  <a:cubicBezTo>
                    <a:pt x="88514" y="17642"/>
                    <a:pt x="81118" y="1"/>
                    <a:pt x="69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7"/>
            <p:cNvSpPr/>
            <p:nvPr/>
          </p:nvSpPr>
          <p:spPr>
            <a:xfrm>
              <a:off x="-51174" y="4105955"/>
              <a:ext cx="4041761" cy="1149450"/>
            </a:xfrm>
            <a:custGeom>
              <a:avLst/>
              <a:gdLst/>
              <a:ahLst/>
              <a:cxnLst/>
              <a:rect l="l" t="t" r="r" b="b"/>
              <a:pathLst>
                <a:path w="139287" h="45978" extrusionOk="0">
                  <a:moveTo>
                    <a:pt x="69198" y="0"/>
                  </a:moveTo>
                  <a:cubicBezTo>
                    <a:pt x="68878" y="0"/>
                    <a:pt x="68555" y="13"/>
                    <a:pt x="68228" y="39"/>
                  </a:cubicBezTo>
                  <a:cubicBezTo>
                    <a:pt x="55813" y="1005"/>
                    <a:pt x="58926" y="17642"/>
                    <a:pt x="58926" y="17642"/>
                  </a:cubicBezTo>
                  <a:cubicBezTo>
                    <a:pt x="58926" y="17642"/>
                    <a:pt x="49051" y="10665"/>
                    <a:pt x="39177" y="6551"/>
                  </a:cubicBezTo>
                  <a:cubicBezTo>
                    <a:pt x="38310" y="6187"/>
                    <a:pt x="37496" y="6020"/>
                    <a:pt x="36730" y="6020"/>
                  </a:cubicBezTo>
                  <a:cubicBezTo>
                    <a:pt x="28774" y="6020"/>
                    <a:pt x="26154" y="23975"/>
                    <a:pt x="26154" y="23975"/>
                  </a:cubicBezTo>
                  <a:cubicBezTo>
                    <a:pt x="26154" y="23975"/>
                    <a:pt x="24471" y="21347"/>
                    <a:pt x="18618" y="21347"/>
                  </a:cubicBezTo>
                  <a:cubicBezTo>
                    <a:pt x="16743" y="21347"/>
                    <a:pt x="14440" y="21617"/>
                    <a:pt x="11628" y="22329"/>
                  </a:cubicBezTo>
                  <a:cubicBezTo>
                    <a:pt x="0" y="25227"/>
                    <a:pt x="6154" y="43938"/>
                    <a:pt x="6154" y="43938"/>
                  </a:cubicBezTo>
                  <a:lnTo>
                    <a:pt x="135741" y="45978"/>
                  </a:lnTo>
                  <a:cubicBezTo>
                    <a:pt x="139287" y="28710"/>
                    <a:pt x="132195" y="24557"/>
                    <a:pt x="124552" y="24557"/>
                  </a:cubicBezTo>
                  <a:cubicBezTo>
                    <a:pt x="117467" y="24557"/>
                    <a:pt x="109909" y="28125"/>
                    <a:pt x="109909" y="28125"/>
                  </a:cubicBezTo>
                  <a:cubicBezTo>
                    <a:pt x="109909" y="28125"/>
                    <a:pt x="113809" y="14851"/>
                    <a:pt x="101609" y="12991"/>
                  </a:cubicBezTo>
                  <a:cubicBezTo>
                    <a:pt x="100107" y="12765"/>
                    <a:pt x="98775" y="12667"/>
                    <a:pt x="97595" y="12667"/>
                  </a:cubicBezTo>
                  <a:cubicBezTo>
                    <a:pt x="89221" y="12667"/>
                    <a:pt x="88478" y="17642"/>
                    <a:pt x="88478" y="17642"/>
                  </a:cubicBezTo>
                  <a:cubicBezTo>
                    <a:pt x="88478" y="17642"/>
                    <a:pt x="81082" y="0"/>
                    <a:pt x="69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7"/>
            <p:cNvSpPr/>
            <p:nvPr/>
          </p:nvSpPr>
          <p:spPr>
            <a:xfrm>
              <a:off x="868539" y="4406726"/>
              <a:ext cx="2314233" cy="859425"/>
            </a:xfrm>
            <a:custGeom>
              <a:avLst/>
              <a:gdLst/>
              <a:ahLst/>
              <a:cxnLst/>
              <a:rect l="l" t="t" r="r" b="b"/>
              <a:pathLst>
                <a:path w="79753" h="34377" extrusionOk="0">
                  <a:moveTo>
                    <a:pt x="39626" y="0"/>
                  </a:moveTo>
                  <a:cubicBezTo>
                    <a:pt x="39442" y="0"/>
                    <a:pt x="39257" y="10"/>
                    <a:pt x="39070" y="30"/>
                  </a:cubicBezTo>
                  <a:cubicBezTo>
                    <a:pt x="31950" y="781"/>
                    <a:pt x="33739" y="13196"/>
                    <a:pt x="33739" y="13196"/>
                  </a:cubicBezTo>
                  <a:cubicBezTo>
                    <a:pt x="33739" y="13196"/>
                    <a:pt x="28086" y="7972"/>
                    <a:pt x="22433" y="4895"/>
                  </a:cubicBezTo>
                  <a:cubicBezTo>
                    <a:pt x="21936" y="4621"/>
                    <a:pt x="21469" y="4497"/>
                    <a:pt x="21030" y="4497"/>
                  </a:cubicBezTo>
                  <a:cubicBezTo>
                    <a:pt x="16479" y="4497"/>
                    <a:pt x="14991" y="17918"/>
                    <a:pt x="14991" y="17918"/>
                  </a:cubicBezTo>
                  <a:cubicBezTo>
                    <a:pt x="14991" y="17918"/>
                    <a:pt x="14028" y="15971"/>
                    <a:pt x="10673" y="15971"/>
                  </a:cubicBezTo>
                  <a:cubicBezTo>
                    <a:pt x="9596" y="15971"/>
                    <a:pt x="8273" y="16172"/>
                    <a:pt x="6655" y="16702"/>
                  </a:cubicBezTo>
                  <a:cubicBezTo>
                    <a:pt x="1" y="18849"/>
                    <a:pt x="3507" y="32838"/>
                    <a:pt x="3507" y="32838"/>
                  </a:cubicBezTo>
                  <a:lnTo>
                    <a:pt x="77710" y="34376"/>
                  </a:lnTo>
                  <a:cubicBezTo>
                    <a:pt x="79752" y="21470"/>
                    <a:pt x="75694" y="18366"/>
                    <a:pt x="71317" y="18366"/>
                  </a:cubicBezTo>
                  <a:cubicBezTo>
                    <a:pt x="67262" y="18366"/>
                    <a:pt x="62933" y="21031"/>
                    <a:pt x="62933" y="21031"/>
                  </a:cubicBezTo>
                  <a:cubicBezTo>
                    <a:pt x="62933" y="21031"/>
                    <a:pt x="65152" y="11085"/>
                    <a:pt x="58175" y="9725"/>
                  </a:cubicBezTo>
                  <a:cubicBezTo>
                    <a:pt x="57305" y="9550"/>
                    <a:pt x="56534" y="9474"/>
                    <a:pt x="55853" y="9474"/>
                  </a:cubicBezTo>
                  <a:cubicBezTo>
                    <a:pt x="51100" y="9474"/>
                    <a:pt x="50662" y="13196"/>
                    <a:pt x="50662" y="13196"/>
                  </a:cubicBezTo>
                  <a:cubicBezTo>
                    <a:pt x="50662" y="13196"/>
                    <a:pt x="46422" y="0"/>
                    <a:pt x="396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7"/>
            <p:cNvSpPr/>
            <p:nvPr/>
          </p:nvSpPr>
          <p:spPr>
            <a:xfrm flipH="1">
              <a:off x="3226300" y="3859950"/>
              <a:ext cx="954375" cy="386525"/>
            </a:xfrm>
            <a:custGeom>
              <a:avLst/>
              <a:gdLst/>
              <a:ahLst/>
              <a:cxnLst/>
              <a:rect l="l" t="t" r="r" b="b"/>
              <a:pathLst>
                <a:path w="38175" h="15461" extrusionOk="0">
                  <a:moveTo>
                    <a:pt x="8725" y="1"/>
                  </a:moveTo>
                  <a:cubicBezTo>
                    <a:pt x="7423" y="1"/>
                    <a:pt x="6366" y="328"/>
                    <a:pt x="5653" y="1078"/>
                  </a:cubicBezTo>
                  <a:cubicBezTo>
                    <a:pt x="0" y="6981"/>
                    <a:pt x="38175" y="15461"/>
                    <a:pt x="38175" y="15461"/>
                  </a:cubicBezTo>
                  <a:cubicBezTo>
                    <a:pt x="38175" y="15461"/>
                    <a:pt x="17671" y="1"/>
                    <a:pt x="8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7"/>
            <p:cNvSpPr/>
            <p:nvPr/>
          </p:nvSpPr>
          <p:spPr>
            <a:xfrm flipH="1">
              <a:off x="2521475" y="3687525"/>
              <a:ext cx="268350" cy="404200"/>
            </a:xfrm>
            <a:custGeom>
              <a:avLst/>
              <a:gdLst/>
              <a:ahLst/>
              <a:cxnLst/>
              <a:rect l="l" t="t" r="r" b="b"/>
              <a:pathLst>
                <a:path w="10734" h="16168" extrusionOk="0">
                  <a:moveTo>
                    <a:pt x="4559" y="0"/>
                  </a:moveTo>
                  <a:cubicBezTo>
                    <a:pt x="4390" y="0"/>
                    <a:pt x="4218" y="34"/>
                    <a:pt x="4043" y="104"/>
                  </a:cubicBezTo>
                  <a:cubicBezTo>
                    <a:pt x="0" y="1750"/>
                    <a:pt x="10734" y="16168"/>
                    <a:pt x="10734" y="16168"/>
                  </a:cubicBezTo>
                  <a:cubicBezTo>
                    <a:pt x="10734" y="16168"/>
                    <a:pt x="8279" y="0"/>
                    <a:pt x="45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1" name="Google Shape;961;p37"/>
          <p:cNvGrpSpPr/>
          <p:nvPr/>
        </p:nvGrpSpPr>
        <p:grpSpPr>
          <a:xfrm>
            <a:off x="7736475" y="476200"/>
            <a:ext cx="1204777" cy="1124700"/>
            <a:chOff x="7939225" y="342675"/>
            <a:chExt cx="1204777" cy="1124700"/>
          </a:xfrm>
        </p:grpSpPr>
        <p:sp>
          <p:nvSpPr>
            <p:cNvPr id="962" name="Google Shape;962;p37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7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7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7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7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8" name="Google Shape;968;p37"/>
          <p:cNvSpPr/>
          <p:nvPr/>
        </p:nvSpPr>
        <p:spPr>
          <a:xfrm>
            <a:off x="-84626" y="2622450"/>
            <a:ext cx="1262095" cy="174839"/>
          </a:xfrm>
          <a:custGeom>
            <a:avLst/>
            <a:gdLst/>
            <a:ahLst/>
            <a:cxnLst/>
            <a:rect l="l" t="t" r="r" b="b"/>
            <a:pathLst>
              <a:path w="53632" h="11405" extrusionOk="0">
                <a:moveTo>
                  <a:pt x="53631" y="10305"/>
                </a:moveTo>
                <a:lnTo>
                  <a:pt x="53631" y="10305"/>
                </a:lnTo>
                <a:cubicBezTo>
                  <a:pt x="53631" y="10305"/>
                  <a:pt x="52347" y="10418"/>
                  <a:pt x="50198" y="10572"/>
                </a:cubicBezTo>
                <a:lnTo>
                  <a:pt x="50198" y="10572"/>
                </a:lnTo>
                <a:cubicBezTo>
                  <a:pt x="51587" y="10532"/>
                  <a:pt x="52754" y="10445"/>
                  <a:pt x="53631" y="10305"/>
                </a:cubicBezTo>
                <a:close/>
                <a:moveTo>
                  <a:pt x="17746" y="1"/>
                </a:moveTo>
                <a:cubicBezTo>
                  <a:pt x="17746" y="1"/>
                  <a:pt x="1" y="1754"/>
                  <a:pt x="5904" y="7872"/>
                </a:cubicBezTo>
                <a:cubicBezTo>
                  <a:pt x="8582" y="10647"/>
                  <a:pt x="18649" y="11405"/>
                  <a:pt x="28852" y="11405"/>
                </a:cubicBezTo>
                <a:cubicBezTo>
                  <a:pt x="37203" y="11405"/>
                  <a:pt x="45644" y="10897"/>
                  <a:pt x="50198" y="10572"/>
                </a:cubicBezTo>
                <a:lnTo>
                  <a:pt x="50198" y="10572"/>
                </a:lnTo>
                <a:cubicBezTo>
                  <a:pt x="49593" y="10589"/>
                  <a:pt x="48946" y="10597"/>
                  <a:pt x="48262" y="10597"/>
                </a:cubicBezTo>
                <a:cubicBezTo>
                  <a:pt x="35285" y="10597"/>
                  <a:pt x="9193" y="7560"/>
                  <a:pt x="8766" y="4938"/>
                </a:cubicBezTo>
                <a:cubicBezTo>
                  <a:pt x="8229" y="1897"/>
                  <a:pt x="17746" y="1"/>
                  <a:pt x="1774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7"/>
          <p:cNvSpPr/>
          <p:nvPr/>
        </p:nvSpPr>
        <p:spPr>
          <a:xfrm>
            <a:off x="1990348" y="2663575"/>
            <a:ext cx="1123724" cy="174839"/>
          </a:xfrm>
          <a:custGeom>
            <a:avLst/>
            <a:gdLst/>
            <a:ahLst/>
            <a:cxnLst/>
            <a:rect l="l" t="t" r="r" b="b"/>
            <a:pathLst>
              <a:path w="53632" h="11405" extrusionOk="0">
                <a:moveTo>
                  <a:pt x="1" y="10304"/>
                </a:moveTo>
                <a:lnTo>
                  <a:pt x="1" y="10304"/>
                </a:lnTo>
                <a:cubicBezTo>
                  <a:pt x="878" y="10444"/>
                  <a:pt x="2045" y="10531"/>
                  <a:pt x="3434" y="10571"/>
                </a:cubicBezTo>
                <a:lnTo>
                  <a:pt x="3434" y="10571"/>
                </a:lnTo>
                <a:cubicBezTo>
                  <a:pt x="1285" y="10417"/>
                  <a:pt x="1" y="10304"/>
                  <a:pt x="1" y="10304"/>
                </a:cubicBezTo>
                <a:close/>
                <a:moveTo>
                  <a:pt x="35921" y="0"/>
                </a:moveTo>
                <a:lnTo>
                  <a:pt x="35921" y="0"/>
                </a:lnTo>
                <a:cubicBezTo>
                  <a:pt x="35922" y="0"/>
                  <a:pt x="45403" y="1861"/>
                  <a:pt x="44902" y="4937"/>
                </a:cubicBezTo>
                <a:cubicBezTo>
                  <a:pt x="44444" y="7559"/>
                  <a:pt x="18348" y="10597"/>
                  <a:pt x="5370" y="10597"/>
                </a:cubicBezTo>
                <a:cubicBezTo>
                  <a:pt x="4686" y="10597"/>
                  <a:pt x="4039" y="10588"/>
                  <a:pt x="3434" y="10571"/>
                </a:cubicBezTo>
                <a:lnTo>
                  <a:pt x="3434" y="10571"/>
                </a:lnTo>
                <a:cubicBezTo>
                  <a:pt x="7988" y="10897"/>
                  <a:pt x="16429" y="11404"/>
                  <a:pt x="24780" y="11404"/>
                </a:cubicBezTo>
                <a:cubicBezTo>
                  <a:pt x="34983" y="11404"/>
                  <a:pt x="45050" y="10646"/>
                  <a:pt x="47728" y="7871"/>
                </a:cubicBezTo>
                <a:cubicBezTo>
                  <a:pt x="53631" y="1753"/>
                  <a:pt x="35923" y="0"/>
                  <a:pt x="3592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1" name="Google Shape;1481;p47"/>
          <p:cNvGrpSpPr/>
          <p:nvPr/>
        </p:nvGrpSpPr>
        <p:grpSpPr>
          <a:xfrm>
            <a:off x="6732992" y="3638546"/>
            <a:ext cx="2298031" cy="2219542"/>
            <a:chOff x="6732992" y="3638546"/>
            <a:chExt cx="2298031" cy="2219542"/>
          </a:xfrm>
        </p:grpSpPr>
        <p:sp>
          <p:nvSpPr>
            <p:cNvPr id="1482" name="Google Shape;1482;p47"/>
            <p:cNvSpPr/>
            <p:nvPr/>
          </p:nvSpPr>
          <p:spPr>
            <a:xfrm rot="2700000">
              <a:off x="7535904" y="3868986"/>
              <a:ext cx="71699" cy="230067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3" name="Google Shape;1483;p47"/>
            <p:cNvGrpSpPr/>
            <p:nvPr/>
          </p:nvGrpSpPr>
          <p:grpSpPr>
            <a:xfrm rot="8100000">
              <a:off x="8054822" y="3966875"/>
              <a:ext cx="1036173" cy="259571"/>
              <a:chOff x="4802550" y="1045325"/>
              <a:chExt cx="1036183" cy="259573"/>
            </a:xfrm>
          </p:grpSpPr>
          <p:sp>
            <p:nvSpPr>
              <p:cNvPr id="1484" name="Google Shape;1484;p47"/>
              <p:cNvSpPr/>
              <p:nvPr/>
            </p:nvSpPr>
            <p:spPr>
              <a:xfrm>
                <a:off x="4802550" y="1182739"/>
                <a:ext cx="1036183" cy="120205"/>
              </a:xfrm>
              <a:custGeom>
                <a:avLst/>
                <a:gdLst/>
                <a:ahLst/>
                <a:cxnLst/>
                <a:rect l="l" t="t" r="r" b="b"/>
                <a:pathLst>
                  <a:path w="21740" h="2522" extrusionOk="0">
                    <a:moveTo>
                      <a:pt x="54" y="2066"/>
                    </a:moveTo>
                    <a:cubicBezTo>
                      <a:pt x="0" y="1811"/>
                      <a:pt x="1985" y="1181"/>
                      <a:pt x="2227" y="1114"/>
                    </a:cubicBezTo>
                    <a:cubicBezTo>
                      <a:pt x="2642" y="738"/>
                      <a:pt x="3125" y="443"/>
                      <a:pt x="3648" y="242"/>
                    </a:cubicBezTo>
                    <a:cubicBezTo>
                      <a:pt x="4238" y="14"/>
                      <a:pt x="6049" y="1"/>
                      <a:pt x="6049" y="1"/>
                    </a:cubicBezTo>
                    <a:lnTo>
                      <a:pt x="20948" y="1"/>
                    </a:lnTo>
                    <a:cubicBezTo>
                      <a:pt x="21458" y="1"/>
                      <a:pt x="21740" y="121"/>
                      <a:pt x="21740" y="215"/>
                    </a:cubicBezTo>
                    <a:cubicBezTo>
                      <a:pt x="21740" y="309"/>
                      <a:pt x="21552" y="483"/>
                      <a:pt x="20922" y="658"/>
                    </a:cubicBezTo>
                    <a:cubicBezTo>
                      <a:pt x="20425" y="792"/>
                      <a:pt x="13988" y="2522"/>
                      <a:pt x="13988" y="2522"/>
                    </a:cubicBezTo>
                    <a:lnTo>
                      <a:pt x="4587" y="2522"/>
                    </a:lnTo>
                    <a:cubicBezTo>
                      <a:pt x="4211" y="2522"/>
                      <a:pt x="134" y="2482"/>
                      <a:pt x="54" y="20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47"/>
              <p:cNvSpPr/>
              <p:nvPr/>
            </p:nvSpPr>
            <p:spPr>
              <a:xfrm>
                <a:off x="5593904" y="1224301"/>
                <a:ext cx="169440" cy="80597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1691" extrusionOk="0">
                    <a:moveTo>
                      <a:pt x="456" y="1623"/>
                    </a:moveTo>
                    <a:cubicBezTo>
                      <a:pt x="510" y="1690"/>
                      <a:pt x="3112" y="1248"/>
                      <a:pt x="3219" y="1140"/>
                    </a:cubicBezTo>
                    <a:cubicBezTo>
                      <a:pt x="3353" y="765"/>
                      <a:pt x="3474" y="389"/>
                      <a:pt x="3554" y="0"/>
                    </a:cubicBezTo>
                    <a:lnTo>
                      <a:pt x="0" y="953"/>
                    </a:lnTo>
                    <a:cubicBezTo>
                      <a:pt x="255" y="1315"/>
                      <a:pt x="429" y="1610"/>
                      <a:pt x="456" y="16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47"/>
              <p:cNvSpPr/>
              <p:nvPr/>
            </p:nvSpPr>
            <p:spPr>
              <a:xfrm>
                <a:off x="5538281" y="1045325"/>
                <a:ext cx="271057" cy="137459"/>
              </a:xfrm>
              <a:custGeom>
                <a:avLst/>
                <a:gdLst/>
                <a:ahLst/>
                <a:cxnLst/>
                <a:rect l="l" t="t" r="r" b="b"/>
                <a:pathLst>
                  <a:path w="5687" h="2884" extrusionOk="0">
                    <a:moveTo>
                      <a:pt x="5687" y="81"/>
                    </a:moveTo>
                    <a:cubicBezTo>
                      <a:pt x="5687" y="81"/>
                      <a:pt x="4828" y="0"/>
                      <a:pt x="4372" y="255"/>
                    </a:cubicBezTo>
                    <a:cubicBezTo>
                      <a:pt x="3930" y="497"/>
                      <a:pt x="2669" y="1851"/>
                      <a:pt x="1999" y="2240"/>
                    </a:cubicBezTo>
                    <a:cubicBezTo>
                      <a:pt x="1315" y="2629"/>
                      <a:pt x="430" y="2615"/>
                      <a:pt x="242" y="2656"/>
                    </a:cubicBezTo>
                    <a:cubicBezTo>
                      <a:pt x="121" y="2669"/>
                      <a:pt x="27" y="2763"/>
                      <a:pt x="0" y="2884"/>
                    </a:cubicBezTo>
                    <a:lnTo>
                      <a:pt x="4963" y="2884"/>
                    </a:lnTo>
                    <a:cubicBezTo>
                      <a:pt x="5311" y="1569"/>
                      <a:pt x="5687" y="81"/>
                      <a:pt x="5687" y="8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47"/>
              <p:cNvSpPr/>
              <p:nvPr/>
            </p:nvSpPr>
            <p:spPr>
              <a:xfrm>
                <a:off x="5157928" y="1207667"/>
                <a:ext cx="325440" cy="95277"/>
              </a:xfrm>
              <a:custGeom>
                <a:avLst/>
                <a:gdLst/>
                <a:ahLst/>
                <a:cxnLst/>
                <a:rect l="l" t="t" r="r" b="b"/>
                <a:pathLst>
                  <a:path w="6828" h="1999" extrusionOk="0">
                    <a:moveTo>
                      <a:pt x="3220" y="1"/>
                    </a:moveTo>
                    <a:cubicBezTo>
                      <a:pt x="2214" y="1"/>
                      <a:pt x="1208" y="121"/>
                      <a:pt x="229" y="390"/>
                    </a:cubicBezTo>
                    <a:cubicBezTo>
                      <a:pt x="95" y="416"/>
                      <a:pt x="1" y="537"/>
                      <a:pt x="14" y="685"/>
                    </a:cubicBezTo>
                    <a:lnTo>
                      <a:pt x="41" y="1570"/>
                    </a:lnTo>
                    <a:cubicBezTo>
                      <a:pt x="55" y="1650"/>
                      <a:pt x="95" y="1717"/>
                      <a:pt x="175" y="1771"/>
                    </a:cubicBezTo>
                    <a:cubicBezTo>
                      <a:pt x="323" y="1865"/>
                      <a:pt x="484" y="1945"/>
                      <a:pt x="658" y="1999"/>
                    </a:cubicBezTo>
                    <a:lnTo>
                      <a:pt x="6532" y="1999"/>
                    </a:lnTo>
                    <a:lnTo>
                      <a:pt x="6814" y="1918"/>
                    </a:lnTo>
                    <a:cubicBezTo>
                      <a:pt x="6814" y="1892"/>
                      <a:pt x="6827" y="1865"/>
                      <a:pt x="6827" y="1825"/>
                    </a:cubicBezTo>
                    <a:lnTo>
                      <a:pt x="6827" y="363"/>
                    </a:lnTo>
                    <a:cubicBezTo>
                      <a:pt x="6827" y="363"/>
                      <a:pt x="4775" y="1"/>
                      <a:pt x="32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47"/>
              <p:cNvSpPr/>
              <p:nvPr/>
            </p:nvSpPr>
            <p:spPr>
              <a:xfrm>
                <a:off x="5162408" y="1203186"/>
                <a:ext cx="331159" cy="99758"/>
              </a:xfrm>
              <a:custGeom>
                <a:avLst/>
                <a:gdLst/>
                <a:ahLst/>
                <a:cxnLst/>
                <a:rect l="l" t="t" r="r" b="b"/>
                <a:pathLst>
                  <a:path w="6948" h="2093" extrusionOk="0">
                    <a:moveTo>
                      <a:pt x="215" y="376"/>
                    </a:moveTo>
                    <a:cubicBezTo>
                      <a:pt x="81" y="417"/>
                      <a:pt x="1" y="537"/>
                      <a:pt x="14" y="671"/>
                    </a:cubicBezTo>
                    <a:lnTo>
                      <a:pt x="108" y="1530"/>
                    </a:lnTo>
                    <a:cubicBezTo>
                      <a:pt x="108" y="1610"/>
                      <a:pt x="162" y="1691"/>
                      <a:pt x="229" y="1731"/>
                    </a:cubicBezTo>
                    <a:cubicBezTo>
                      <a:pt x="577" y="1972"/>
                      <a:pt x="993" y="2093"/>
                      <a:pt x="1422" y="2093"/>
                    </a:cubicBezTo>
                    <a:lnTo>
                      <a:pt x="6679" y="2093"/>
                    </a:lnTo>
                    <a:cubicBezTo>
                      <a:pt x="6827" y="2093"/>
                      <a:pt x="6948" y="1972"/>
                      <a:pt x="6948" y="1811"/>
                    </a:cubicBezTo>
                    <a:lnTo>
                      <a:pt x="6948" y="363"/>
                    </a:lnTo>
                    <a:cubicBezTo>
                      <a:pt x="6948" y="363"/>
                      <a:pt x="4896" y="1"/>
                      <a:pt x="3340" y="1"/>
                    </a:cubicBezTo>
                    <a:cubicBezTo>
                      <a:pt x="2294" y="1"/>
                      <a:pt x="1248" y="122"/>
                      <a:pt x="215" y="3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47"/>
              <p:cNvSpPr/>
              <p:nvPr/>
            </p:nvSpPr>
            <p:spPr>
              <a:xfrm>
                <a:off x="5162408" y="1216627"/>
                <a:ext cx="40990" cy="83123"/>
              </a:xfrm>
              <a:custGeom>
                <a:avLst/>
                <a:gdLst/>
                <a:ahLst/>
                <a:cxnLst/>
                <a:rect l="l" t="t" r="r" b="b"/>
                <a:pathLst>
                  <a:path w="860" h="1744" extrusionOk="0">
                    <a:moveTo>
                      <a:pt x="765" y="1516"/>
                    </a:moveTo>
                    <a:lnTo>
                      <a:pt x="631" y="188"/>
                    </a:lnTo>
                    <a:cubicBezTo>
                      <a:pt x="618" y="121"/>
                      <a:pt x="631" y="68"/>
                      <a:pt x="658" y="0"/>
                    </a:cubicBezTo>
                    <a:cubicBezTo>
                      <a:pt x="470" y="41"/>
                      <a:pt x="336" y="68"/>
                      <a:pt x="215" y="94"/>
                    </a:cubicBezTo>
                    <a:cubicBezTo>
                      <a:pt x="81" y="135"/>
                      <a:pt x="1" y="255"/>
                      <a:pt x="14" y="389"/>
                    </a:cubicBezTo>
                    <a:lnTo>
                      <a:pt x="108" y="1261"/>
                    </a:lnTo>
                    <a:cubicBezTo>
                      <a:pt x="108" y="1342"/>
                      <a:pt x="162" y="1409"/>
                      <a:pt x="229" y="1462"/>
                    </a:cubicBezTo>
                    <a:cubicBezTo>
                      <a:pt x="416" y="1583"/>
                      <a:pt x="631" y="1677"/>
                      <a:pt x="859" y="1744"/>
                    </a:cubicBezTo>
                    <a:cubicBezTo>
                      <a:pt x="805" y="1677"/>
                      <a:pt x="765" y="1596"/>
                      <a:pt x="765" y="15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47"/>
              <p:cNvSpPr/>
              <p:nvPr/>
            </p:nvSpPr>
            <p:spPr>
              <a:xfrm>
                <a:off x="5233998" y="1199373"/>
                <a:ext cx="304945" cy="103666"/>
              </a:xfrm>
              <a:custGeom>
                <a:avLst/>
                <a:gdLst/>
                <a:ahLst/>
                <a:cxnLst/>
                <a:rect l="l" t="t" r="r" b="b"/>
                <a:pathLst>
                  <a:path w="6398" h="2175" extrusionOk="0">
                    <a:moveTo>
                      <a:pt x="2039" y="0"/>
                    </a:moveTo>
                    <a:cubicBezTo>
                      <a:pt x="175" y="0"/>
                      <a:pt x="1" y="215"/>
                      <a:pt x="1" y="215"/>
                    </a:cubicBezTo>
                    <a:cubicBezTo>
                      <a:pt x="1" y="215"/>
                      <a:pt x="2080" y="1315"/>
                      <a:pt x="4172" y="2173"/>
                    </a:cubicBezTo>
                    <a:lnTo>
                      <a:pt x="4936" y="2173"/>
                    </a:lnTo>
                    <a:cubicBezTo>
                      <a:pt x="5000" y="2173"/>
                      <a:pt x="5055" y="2175"/>
                      <a:pt x="5103" y="2175"/>
                    </a:cubicBezTo>
                    <a:cubicBezTo>
                      <a:pt x="5236" y="2175"/>
                      <a:pt x="5317" y="2160"/>
                      <a:pt x="5405" y="2052"/>
                    </a:cubicBezTo>
                    <a:lnTo>
                      <a:pt x="6063" y="1878"/>
                    </a:lnTo>
                    <a:cubicBezTo>
                      <a:pt x="6197" y="1717"/>
                      <a:pt x="6304" y="1529"/>
                      <a:pt x="6398" y="1341"/>
                    </a:cubicBezTo>
                    <a:cubicBezTo>
                      <a:pt x="6384" y="1248"/>
                      <a:pt x="5459" y="443"/>
                      <a:pt x="5459" y="443"/>
                    </a:cubicBezTo>
                    <a:cubicBezTo>
                      <a:pt x="4333" y="161"/>
                      <a:pt x="3193" y="14"/>
                      <a:pt x="20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47"/>
              <p:cNvSpPr/>
              <p:nvPr/>
            </p:nvSpPr>
            <p:spPr>
              <a:xfrm>
                <a:off x="5233998" y="1199373"/>
                <a:ext cx="304325" cy="70969"/>
              </a:xfrm>
              <a:custGeom>
                <a:avLst/>
                <a:gdLst/>
                <a:ahLst/>
                <a:cxnLst/>
                <a:rect l="l" t="t" r="r" b="b"/>
                <a:pathLst>
                  <a:path w="6385" h="1489" extrusionOk="0">
                    <a:moveTo>
                      <a:pt x="1" y="215"/>
                    </a:moveTo>
                    <a:cubicBezTo>
                      <a:pt x="1" y="215"/>
                      <a:pt x="2080" y="845"/>
                      <a:pt x="4708" y="1368"/>
                    </a:cubicBezTo>
                    <a:cubicBezTo>
                      <a:pt x="5285" y="1489"/>
                      <a:pt x="6384" y="1422"/>
                      <a:pt x="6384" y="1341"/>
                    </a:cubicBezTo>
                    <a:cubicBezTo>
                      <a:pt x="6384" y="1248"/>
                      <a:pt x="5446" y="443"/>
                      <a:pt x="5446" y="443"/>
                    </a:cubicBezTo>
                    <a:cubicBezTo>
                      <a:pt x="4333" y="161"/>
                      <a:pt x="3179" y="14"/>
                      <a:pt x="2039" y="0"/>
                    </a:cubicBezTo>
                    <a:cubicBezTo>
                      <a:pt x="162" y="0"/>
                      <a:pt x="1" y="215"/>
                      <a:pt x="1" y="2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47"/>
              <p:cNvSpPr/>
              <p:nvPr/>
            </p:nvSpPr>
            <p:spPr>
              <a:xfrm>
                <a:off x="5250013" y="1201947"/>
                <a:ext cx="288310" cy="62962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1321" extrusionOk="0">
                    <a:moveTo>
                      <a:pt x="469" y="0"/>
                    </a:moveTo>
                    <a:cubicBezTo>
                      <a:pt x="309" y="0"/>
                      <a:pt x="148" y="27"/>
                      <a:pt x="0" y="54"/>
                    </a:cubicBezTo>
                    <a:cubicBezTo>
                      <a:pt x="389" y="174"/>
                      <a:pt x="2293" y="764"/>
                      <a:pt x="4627" y="1261"/>
                    </a:cubicBezTo>
                    <a:cubicBezTo>
                      <a:pt x="4900" y="1300"/>
                      <a:pt x="5174" y="1321"/>
                      <a:pt x="5450" y="1321"/>
                    </a:cubicBezTo>
                    <a:cubicBezTo>
                      <a:pt x="5648" y="1321"/>
                      <a:pt x="5847" y="1310"/>
                      <a:pt x="6048" y="1287"/>
                    </a:cubicBezTo>
                    <a:cubicBezTo>
                      <a:pt x="6035" y="1287"/>
                      <a:pt x="6035" y="1274"/>
                      <a:pt x="6035" y="1274"/>
                    </a:cubicBezTo>
                    <a:cubicBezTo>
                      <a:pt x="5935" y="1281"/>
                      <a:pt x="5834" y="1284"/>
                      <a:pt x="5734" y="1284"/>
                    </a:cubicBezTo>
                    <a:cubicBezTo>
                      <a:pt x="5446" y="1284"/>
                      <a:pt x="5160" y="1257"/>
                      <a:pt x="4882" y="1207"/>
                    </a:cubicBezTo>
                    <a:cubicBezTo>
                      <a:pt x="2830" y="738"/>
                      <a:pt x="1127" y="215"/>
                      <a:pt x="4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47"/>
              <p:cNvSpPr/>
              <p:nvPr/>
            </p:nvSpPr>
            <p:spPr>
              <a:xfrm>
                <a:off x="4908648" y="1182739"/>
                <a:ext cx="183501" cy="53096"/>
              </a:xfrm>
              <a:custGeom>
                <a:avLst/>
                <a:gdLst/>
                <a:ahLst/>
                <a:cxnLst/>
                <a:rect l="l" t="t" r="r" b="b"/>
                <a:pathLst>
                  <a:path w="3850" h="1114" extrusionOk="0">
                    <a:moveTo>
                      <a:pt x="3823" y="1"/>
                    </a:moveTo>
                    <a:cubicBezTo>
                      <a:pt x="3823" y="1"/>
                      <a:pt x="2012" y="28"/>
                      <a:pt x="1422" y="242"/>
                    </a:cubicBezTo>
                    <a:cubicBezTo>
                      <a:pt x="899" y="443"/>
                      <a:pt x="416" y="738"/>
                      <a:pt x="1" y="1114"/>
                    </a:cubicBezTo>
                    <a:lnTo>
                      <a:pt x="1677" y="1114"/>
                    </a:lnTo>
                    <a:lnTo>
                      <a:pt x="385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47"/>
              <p:cNvSpPr/>
              <p:nvPr/>
            </p:nvSpPr>
            <p:spPr>
              <a:xfrm>
                <a:off x="4914416" y="1185932"/>
                <a:ext cx="172634" cy="49903"/>
              </a:xfrm>
              <a:custGeom>
                <a:avLst/>
                <a:gdLst/>
                <a:ahLst/>
                <a:cxnLst/>
                <a:rect l="l" t="t" r="r" b="b"/>
                <a:pathLst>
                  <a:path w="3622" h="1047" extrusionOk="0">
                    <a:moveTo>
                      <a:pt x="3621" y="1"/>
                    </a:moveTo>
                    <a:cubicBezTo>
                      <a:pt x="3192" y="1"/>
                      <a:pt x="1851" y="54"/>
                      <a:pt x="1355" y="242"/>
                    </a:cubicBezTo>
                    <a:cubicBezTo>
                      <a:pt x="859" y="430"/>
                      <a:pt x="403" y="698"/>
                      <a:pt x="0" y="1047"/>
                    </a:cubicBezTo>
                    <a:lnTo>
                      <a:pt x="161" y="1047"/>
                    </a:lnTo>
                    <a:cubicBezTo>
                      <a:pt x="564" y="779"/>
                      <a:pt x="1006" y="551"/>
                      <a:pt x="1462" y="403"/>
                    </a:cubicBezTo>
                    <a:cubicBezTo>
                      <a:pt x="1838" y="269"/>
                      <a:pt x="2629" y="215"/>
                      <a:pt x="3246" y="188"/>
                    </a:cubicBezTo>
                    <a:lnTo>
                      <a:pt x="36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47"/>
              <p:cNvSpPr/>
              <p:nvPr/>
            </p:nvSpPr>
            <p:spPr>
              <a:xfrm>
                <a:off x="5648859" y="1080453"/>
                <a:ext cx="92084" cy="10299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161" extrusionOk="0">
                    <a:moveTo>
                      <a:pt x="1905" y="1"/>
                    </a:moveTo>
                    <a:lnTo>
                      <a:pt x="1" y="2133"/>
                    </a:lnTo>
                    <a:lnTo>
                      <a:pt x="14" y="2160"/>
                    </a:lnTo>
                    <a:lnTo>
                      <a:pt x="1932" y="14"/>
                    </a:lnTo>
                    <a:lnTo>
                      <a:pt x="19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47"/>
              <p:cNvSpPr/>
              <p:nvPr/>
            </p:nvSpPr>
            <p:spPr>
              <a:xfrm>
                <a:off x="5716637" y="1079833"/>
                <a:ext cx="84410" cy="1954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41" extrusionOk="0">
                    <a:moveTo>
                      <a:pt x="40" y="0"/>
                    </a:moveTo>
                    <a:lnTo>
                      <a:pt x="0" y="41"/>
                    </a:lnTo>
                    <a:lnTo>
                      <a:pt x="1770" y="41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47"/>
              <p:cNvSpPr/>
              <p:nvPr/>
            </p:nvSpPr>
            <p:spPr>
              <a:xfrm>
                <a:off x="5741565" y="1080453"/>
                <a:ext cx="35175" cy="102999"/>
              </a:xfrm>
              <a:custGeom>
                <a:avLst/>
                <a:gdLst/>
                <a:ahLst/>
                <a:cxnLst/>
                <a:rect l="l" t="t" r="r" b="b"/>
                <a:pathLst>
                  <a:path w="738" h="2161" extrusionOk="0">
                    <a:moveTo>
                      <a:pt x="698" y="1"/>
                    </a:moveTo>
                    <a:lnTo>
                      <a:pt x="0" y="2147"/>
                    </a:lnTo>
                    <a:lnTo>
                      <a:pt x="27" y="2160"/>
                    </a:lnTo>
                    <a:lnTo>
                      <a:pt x="738" y="14"/>
                    </a:lnTo>
                    <a:lnTo>
                      <a:pt x="6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47"/>
              <p:cNvSpPr/>
              <p:nvPr/>
            </p:nvSpPr>
            <p:spPr>
              <a:xfrm>
                <a:off x="5710250" y="1080453"/>
                <a:ext cx="54335" cy="102999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161" extrusionOk="0">
                    <a:moveTo>
                      <a:pt x="1113" y="1"/>
                    </a:moveTo>
                    <a:lnTo>
                      <a:pt x="0" y="2147"/>
                    </a:lnTo>
                    <a:lnTo>
                      <a:pt x="27" y="2160"/>
                    </a:lnTo>
                    <a:lnTo>
                      <a:pt x="1140" y="14"/>
                    </a:lnTo>
                    <a:lnTo>
                      <a:pt x="11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47"/>
              <p:cNvSpPr/>
              <p:nvPr/>
            </p:nvSpPr>
            <p:spPr>
              <a:xfrm>
                <a:off x="5661014" y="1193034"/>
                <a:ext cx="126592" cy="41514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871" extrusionOk="0">
                    <a:moveTo>
                      <a:pt x="191" y="1"/>
                    </a:moveTo>
                    <a:cubicBezTo>
                      <a:pt x="97" y="1"/>
                      <a:pt x="42" y="10"/>
                      <a:pt x="27" y="39"/>
                    </a:cubicBezTo>
                    <a:cubicBezTo>
                      <a:pt x="0" y="120"/>
                      <a:pt x="751" y="549"/>
                      <a:pt x="1368" y="871"/>
                    </a:cubicBezTo>
                    <a:lnTo>
                      <a:pt x="2656" y="536"/>
                    </a:lnTo>
                    <a:cubicBezTo>
                      <a:pt x="2455" y="335"/>
                      <a:pt x="2267" y="174"/>
                      <a:pt x="2267" y="174"/>
                    </a:cubicBezTo>
                    <a:cubicBezTo>
                      <a:pt x="1865" y="93"/>
                      <a:pt x="1462" y="53"/>
                      <a:pt x="1046" y="39"/>
                    </a:cubicBezTo>
                    <a:cubicBezTo>
                      <a:pt x="644" y="31"/>
                      <a:pt x="357" y="1"/>
                      <a:pt x="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47"/>
              <p:cNvSpPr/>
              <p:nvPr/>
            </p:nvSpPr>
            <p:spPr>
              <a:xfrm>
                <a:off x="5659107" y="1185932"/>
                <a:ext cx="153426" cy="44183"/>
              </a:xfrm>
              <a:custGeom>
                <a:avLst/>
                <a:gdLst/>
                <a:ahLst/>
                <a:cxnLst/>
                <a:rect l="l" t="t" r="r" b="b"/>
                <a:pathLst>
                  <a:path w="3219" h="927" extrusionOk="0">
                    <a:moveTo>
                      <a:pt x="2213" y="175"/>
                    </a:moveTo>
                    <a:cubicBezTo>
                      <a:pt x="1811" y="81"/>
                      <a:pt x="1395" y="28"/>
                      <a:pt x="979" y="14"/>
                    </a:cubicBezTo>
                    <a:cubicBezTo>
                      <a:pt x="349" y="1"/>
                      <a:pt x="94" y="81"/>
                      <a:pt x="67" y="148"/>
                    </a:cubicBezTo>
                    <a:cubicBezTo>
                      <a:pt x="0" y="282"/>
                      <a:pt x="2200" y="872"/>
                      <a:pt x="2361" y="899"/>
                    </a:cubicBezTo>
                    <a:cubicBezTo>
                      <a:pt x="2629" y="926"/>
                      <a:pt x="2924" y="899"/>
                      <a:pt x="3192" y="846"/>
                    </a:cubicBezTo>
                    <a:cubicBezTo>
                      <a:pt x="3219" y="819"/>
                      <a:pt x="2213" y="175"/>
                      <a:pt x="2213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47"/>
              <p:cNvSpPr/>
              <p:nvPr/>
            </p:nvSpPr>
            <p:spPr>
              <a:xfrm>
                <a:off x="4802550" y="1235788"/>
                <a:ext cx="106144" cy="63963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342" extrusionOk="0">
                    <a:moveTo>
                      <a:pt x="2227" y="1"/>
                    </a:moveTo>
                    <a:cubicBezTo>
                      <a:pt x="1985" y="81"/>
                      <a:pt x="0" y="698"/>
                      <a:pt x="41" y="953"/>
                    </a:cubicBezTo>
                    <a:cubicBezTo>
                      <a:pt x="94" y="1168"/>
                      <a:pt x="1140" y="1275"/>
                      <a:pt x="2227" y="13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47"/>
              <p:cNvSpPr/>
              <p:nvPr/>
            </p:nvSpPr>
            <p:spPr>
              <a:xfrm>
                <a:off x="4908029" y="1235168"/>
                <a:ext cx="1287" cy="6458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355" extrusionOk="0">
                    <a:moveTo>
                      <a:pt x="27" y="0"/>
                    </a:moveTo>
                    <a:lnTo>
                      <a:pt x="14" y="14"/>
                    </a:lnTo>
                    <a:lnTo>
                      <a:pt x="0" y="27"/>
                    </a:lnTo>
                    <a:lnTo>
                      <a:pt x="0" y="1355"/>
                    </a:lnTo>
                    <a:lnTo>
                      <a:pt x="27" y="1355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47"/>
              <p:cNvSpPr/>
              <p:nvPr/>
            </p:nvSpPr>
            <p:spPr>
              <a:xfrm>
                <a:off x="4908648" y="1270296"/>
                <a:ext cx="152806" cy="1335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28" extrusionOk="0">
                    <a:moveTo>
                      <a:pt x="1" y="1"/>
                    </a:moveTo>
                    <a:lnTo>
                      <a:pt x="1" y="28"/>
                    </a:lnTo>
                    <a:lnTo>
                      <a:pt x="3206" y="28"/>
                    </a:lnTo>
                    <a:lnTo>
                      <a:pt x="3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47"/>
              <p:cNvSpPr/>
              <p:nvPr/>
            </p:nvSpPr>
            <p:spPr>
              <a:xfrm>
                <a:off x="5045442" y="1183406"/>
                <a:ext cx="58863" cy="119538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508" extrusionOk="0">
                    <a:moveTo>
                      <a:pt x="1194" y="0"/>
                    </a:moveTo>
                    <a:lnTo>
                      <a:pt x="1" y="2508"/>
                    </a:lnTo>
                    <a:lnTo>
                      <a:pt x="41" y="2508"/>
                    </a:lnTo>
                    <a:lnTo>
                      <a:pt x="12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47"/>
              <p:cNvSpPr/>
              <p:nvPr/>
            </p:nvSpPr>
            <p:spPr>
              <a:xfrm>
                <a:off x="5664827" y="1187839"/>
                <a:ext cx="144513" cy="39703"/>
              </a:xfrm>
              <a:custGeom>
                <a:avLst/>
                <a:gdLst/>
                <a:ahLst/>
                <a:cxnLst/>
                <a:rect l="l" t="t" r="r" b="b"/>
                <a:pathLst>
                  <a:path w="3032" h="833" extrusionOk="0">
                    <a:moveTo>
                      <a:pt x="229" y="1"/>
                    </a:moveTo>
                    <a:cubicBezTo>
                      <a:pt x="148" y="14"/>
                      <a:pt x="68" y="41"/>
                      <a:pt x="1" y="68"/>
                    </a:cubicBezTo>
                    <a:cubicBezTo>
                      <a:pt x="470" y="229"/>
                      <a:pt x="1422" y="551"/>
                      <a:pt x="2616" y="832"/>
                    </a:cubicBezTo>
                    <a:cubicBezTo>
                      <a:pt x="2696" y="832"/>
                      <a:pt x="2951" y="792"/>
                      <a:pt x="3032" y="779"/>
                    </a:cubicBezTo>
                    <a:cubicBezTo>
                      <a:pt x="3001" y="770"/>
                      <a:pt x="2968" y="767"/>
                      <a:pt x="2934" y="767"/>
                    </a:cubicBezTo>
                    <a:cubicBezTo>
                      <a:pt x="2841" y="767"/>
                      <a:pt x="2740" y="790"/>
                      <a:pt x="2647" y="790"/>
                    </a:cubicBezTo>
                    <a:cubicBezTo>
                      <a:pt x="2613" y="790"/>
                      <a:pt x="2580" y="787"/>
                      <a:pt x="2549" y="779"/>
                    </a:cubicBezTo>
                    <a:cubicBezTo>
                      <a:pt x="1543" y="511"/>
                      <a:pt x="671" y="162"/>
                      <a:pt x="2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47"/>
              <p:cNvSpPr/>
              <p:nvPr/>
            </p:nvSpPr>
            <p:spPr>
              <a:xfrm>
                <a:off x="5718543" y="1048566"/>
                <a:ext cx="90797" cy="31314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657" extrusionOk="0">
                    <a:moveTo>
                      <a:pt x="1592" y="1"/>
                    </a:moveTo>
                    <a:cubicBezTo>
                      <a:pt x="1301" y="1"/>
                      <a:pt x="870" y="31"/>
                      <a:pt x="590" y="187"/>
                    </a:cubicBezTo>
                    <a:cubicBezTo>
                      <a:pt x="389" y="321"/>
                      <a:pt x="188" y="482"/>
                      <a:pt x="0" y="656"/>
                    </a:cubicBezTo>
                    <a:lnTo>
                      <a:pt x="1730" y="656"/>
                    </a:lnTo>
                    <a:cubicBezTo>
                      <a:pt x="1838" y="268"/>
                      <a:pt x="1905" y="13"/>
                      <a:pt x="1905" y="13"/>
                    </a:cubicBezTo>
                    <a:cubicBezTo>
                      <a:pt x="1905" y="13"/>
                      <a:pt x="1776" y="1"/>
                      <a:pt x="15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7" name="Google Shape;1507;p47"/>
          <p:cNvGrpSpPr/>
          <p:nvPr/>
        </p:nvGrpSpPr>
        <p:grpSpPr>
          <a:xfrm>
            <a:off x="6398487" y="4047211"/>
            <a:ext cx="1394303" cy="1386859"/>
            <a:chOff x="6398487" y="4047211"/>
            <a:chExt cx="1394303" cy="1386859"/>
          </a:xfrm>
        </p:grpSpPr>
        <p:sp>
          <p:nvSpPr>
            <p:cNvPr id="1508" name="Google Shape;1508;p47"/>
            <p:cNvSpPr/>
            <p:nvPr/>
          </p:nvSpPr>
          <p:spPr>
            <a:xfrm rot="2700000" flipH="1">
              <a:off x="7000277" y="3908021"/>
              <a:ext cx="103520" cy="17449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9" name="Google Shape;1509;p47"/>
            <p:cNvGrpSpPr/>
            <p:nvPr/>
          </p:nvGrpSpPr>
          <p:grpSpPr>
            <a:xfrm flipH="1">
              <a:off x="7395085" y="4047211"/>
              <a:ext cx="397705" cy="396327"/>
              <a:chOff x="7508175" y="354625"/>
              <a:chExt cx="569696" cy="567722"/>
            </a:xfrm>
          </p:grpSpPr>
          <p:sp>
            <p:nvSpPr>
              <p:cNvPr id="1510" name="Google Shape;1510;p47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47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47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47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47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47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7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7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7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7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47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47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7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47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7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7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7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7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7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7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7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47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47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7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7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47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47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7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7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47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47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7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47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47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47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47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7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7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7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7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7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7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7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7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7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7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7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7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7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7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7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7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7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7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7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7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7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7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68" name="Google Shape;1568;p47"/>
          <p:cNvSpPr/>
          <p:nvPr/>
        </p:nvSpPr>
        <p:spPr>
          <a:xfrm>
            <a:off x="3024626" y="1551650"/>
            <a:ext cx="569700" cy="56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47"/>
          <p:cNvSpPr/>
          <p:nvPr/>
        </p:nvSpPr>
        <p:spPr>
          <a:xfrm>
            <a:off x="5443213" y="1551650"/>
            <a:ext cx="569700" cy="56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47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Проблема и актуальность</a:t>
            </a:r>
            <a:endParaRPr dirty="0"/>
          </a:p>
        </p:txBody>
      </p:sp>
      <p:sp>
        <p:nvSpPr>
          <p:cNvPr id="1572" name="Google Shape;1572;p47"/>
          <p:cNvSpPr txBox="1">
            <a:spLocks noGrp="1"/>
          </p:cNvSpPr>
          <p:nvPr>
            <p:ph type="subTitle" idx="3"/>
          </p:nvPr>
        </p:nvSpPr>
        <p:spPr>
          <a:xfrm>
            <a:off x="2395800" y="2246249"/>
            <a:ext cx="1827301" cy="8438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ru-RU" dirty="0"/>
              <a:t>ПРОБЛЕМА КОМПАНИИ</a:t>
            </a:r>
          </a:p>
        </p:txBody>
      </p:sp>
      <p:sp>
        <p:nvSpPr>
          <p:cNvPr id="1573" name="Google Shape;1573;p47"/>
          <p:cNvSpPr txBox="1">
            <a:spLocks noGrp="1"/>
          </p:cNvSpPr>
          <p:nvPr>
            <p:ph type="subTitle" idx="1"/>
          </p:nvPr>
        </p:nvSpPr>
        <p:spPr>
          <a:xfrm>
            <a:off x="4984248" y="2267675"/>
            <a:ext cx="1504479" cy="8011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РИСКИ И ШТРАФЫ</a:t>
            </a:r>
            <a:endParaRPr dirty="0"/>
          </a:p>
        </p:txBody>
      </p:sp>
      <p:sp>
        <p:nvSpPr>
          <p:cNvPr id="1574" name="Google Shape;1574;p47"/>
          <p:cNvSpPr txBox="1">
            <a:spLocks noGrp="1"/>
          </p:cNvSpPr>
          <p:nvPr>
            <p:ph type="subTitle" idx="2"/>
          </p:nvPr>
        </p:nvSpPr>
        <p:spPr>
          <a:xfrm>
            <a:off x="4617337" y="2981056"/>
            <a:ext cx="2238300" cy="13621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Нарушение 152-ФЗ, штрафы до 1 млн руб., репутационные риски, утечка конфиденциальной информации</a:t>
            </a:r>
            <a:endParaRPr dirty="0"/>
          </a:p>
        </p:txBody>
      </p:sp>
      <p:sp>
        <p:nvSpPr>
          <p:cNvPr id="1575" name="Google Shape;1575;p47"/>
          <p:cNvSpPr txBox="1">
            <a:spLocks noGrp="1"/>
          </p:cNvSpPr>
          <p:nvPr>
            <p:ph type="subTitle" idx="4"/>
          </p:nvPr>
        </p:nvSpPr>
        <p:spPr>
          <a:xfrm>
            <a:off x="2190138" y="2979686"/>
            <a:ext cx="2238300" cy="12008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Большое количество файлов различных форматов разбросанных по директориям без организации</a:t>
            </a:r>
            <a:endParaRPr dirty="0"/>
          </a:p>
        </p:txBody>
      </p:sp>
      <p:grpSp>
        <p:nvGrpSpPr>
          <p:cNvPr id="1589" name="Google Shape;1589;p47"/>
          <p:cNvGrpSpPr/>
          <p:nvPr/>
        </p:nvGrpSpPr>
        <p:grpSpPr>
          <a:xfrm>
            <a:off x="3153576" y="1680412"/>
            <a:ext cx="312225" cy="312200"/>
            <a:chOff x="6307488" y="2694725"/>
            <a:chExt cx="312225" cy="312200"/>
          </a:xfrm>
        </p:grpSpPr>
        <p:sp>
          <p:nvSpPr>
            <p:cNvPr id="1590" name="Google Shape;1590;p47"/>
            <p:cNvSpPr/>
            <p:nvPr/>
          </p:nvSpPr>
          <p:spPr>
            <a:xfrm>
              <a:off x="6321163" y="2694725"/>
              <a:ext cx="286500" cy="147025"/>
            </a:xfrm>
            <a:custGeom>
              <a:avLst/>
              <a:gdLst/>
              <a:ahLst/>
              <a:cxnLst/>
              <a:rect l="l" t="t" r="r" b="b"/>
              <a:pathLst>
                <a:path w="11460" h="5881" extrusionOk="0">
                  <a:moveTo>
                    <a:pt x="5697" y="1"/>
                  </a:moveTo>
                  <a:cubicBezTo>
                    <a:pt x="4933" y="1"/>
                    <a:pt x="4169" y="274"/>
                    <a:pt x="3564" y="820"/>
                  </a:cubicBezTo>
                  <a:cubicBezTo>
                    <a:pt x="3421" y="791"/>
                    <a:pt x="3276" y="777"/>
                    <a:pt x="3132" y="777"/>
                  </a:cubicBezTo>
                  <a:cubicBezTo>
                    <a:pt x="2560" y="777"/>
                    <a:pt x="2003" y="1000"/>
                    <a:pt x="1587" y="1406"/>
                  </a:cubicBezTo>
                  <a:cubicBezTo>
                    <a:pt x="1314" y="1666"/>
                    <a:pt x="1119" y="2004"/>
                    <a:pt x="1015" y="2381"/>
                  </a:cubicBezTo>
                  <a:cubicBezTo>
                    <a:pt x="299" y="2732"/>
                    <a:pt x="0" y="3617"/>
                    <a:pt x="364" y="4332"/>
                  </a:cubicBezTo>
                  <a:cubicBezTo>
                    <a:pt x="623" y="4850"/>
                    <a:pt x="1138" y="5151"/>
                    <a:pt x="1676" y="5151"/>
                  </a:cubicBezTo>
                  <a:cubicBezTo>
                    <a:pt x="1895" y="5151"/>
                    <a:pt x="2118" y="5101"/>
                    <a:pt x="2328" y="4996"/>
                  </a:cubicBezTo>
                  <a:cubicBezTo>
                    <a:pt x="2580" y="5096"/>
                    <a:pt x="2852" y="5148"/>
                    <a:pt x="3126" y="5148"/>
                  </a:cubicBezTo>
                  <a:cubicBezTo>
                    <a:pt x="3277" y="5148"/>
                    <a:pt x="3429" y="5132"/>
                    <a:pt x="3577" y="5100"/>
                  </a:cubicBezTo>
                  <a:cubicBezTo>
                    <a:pt x="4189" y="5620"/>
                    <a:pt x="4943" y="5880"/>
                    <a:pt x="5697" y="5880"/>
                  </a:cubicBezTo>
                  <a:cubicBezTo>
                    <a:pt x="6452" y="5880"/>
                    <a:pt x="7206" y="5620"/>
                    <a:pt x="7818" y="5100"/>
                  </a:cubicBezTo>
                  <a:cubicBezTo>
                    <a:pt x="7968" y="5131"/>
                    <a:pt x="8119" y="5147"/>
                    <a:pt x="8270" y="5147"/>
                  </a:cubicBezTo>
                  <a:cubicBezTo>
                    <a:pt x="8678" y="5147"/>
                    <a:pt x="9079" y="5032"/>
                    <a:pt x="9431" y="4814"/>
                  </a:cubicBezTo>
                  <a:cubicBezTo>
                    <a:pt x="9564" y="4851"/>
                    <a:pt x="9698" y="4869"/>
                    <a:pt x="9830" y="4869"/>
                  </a:cubicBezTo>
                  <a:cubicBezTo>
                    <a:pt x="10470" y="4869"/>
                    <a:pt x="11055" y="4446"/>
                    <a:pt x="11239" y="3799"/>
                  </a:cubicBezTo>
                  <a:cubicBezTo>
                    <a:pt x="11460" y="3031"/>
                    <a:pt x="11018" y="2212"/>
                    <a:pt x="10237" y="1991"/>
                  </a:cubicBezTo>
                  <a:cubicBezTo>
                    <a:pt x="10133" y="1770"/>
                    <a:pt x="9990" y="1575"/>
                    <a:pt x="9808" y="1406"/>
                  </a:cubicBezTo>
                  <a:cubicBezTo>
                    <a:pt x="9392" y="1000"/>
                    <a:pt x="8835" y="777"/>
                    <a:pt x="8263" y="777"/>
                  </a:cubicBezTo>
                  <a:cubicBezTo>
                    <a:pt x="8119" y="777"/>
                    <a:pt x="7974" y="791"/>
                    <a:pt x="7831" y="820"/>
                  </a:cubicBezTo>
                  <a:cubicBezTo>
                    <a:pt x="7226" y="274"/>
                    <a:pt x="6462" y="1"/>
                    <a:pt x="5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47"/>
            <p:cNvSpPr/>
            <p:nvPr/>
          </p:nvSpPr>
          <p:spPr>
            <a:xfrm>
              <a:off x="6363113" y="2850500"/>
              <a:ext cx="201300" cy="62775"/>
            </a:xfrm>
            <a:custGeom>
              <a:avLst/>
              <a:gdLst/>
              <a:ahLst/>
              <a:cxnLst/>
              <a:rect l="l" t="t" r="r" b="b"/>
              <a:pathLst>
                <a:path w="8052" h="2511" extrusionOk="0">
                  <a:moveTo>
                    <a:pt x="2328" y="0"/>
                  </a:moveTo>
                  <a:lnTo>
                    <a:pt x="2419" y="456"/>
                  </a:lnTo>
                  <a:cubicBezTo>
                    <a:pt x="0" y="677"/>
                    <a:pt x="0" y="1262"/>
                    <a:pt x="0" y="1483"/>
                  </a:cubicBezTo>
                  <a:cubicBezTo>
                    <a:pt x="0" y="2147"/>
                    <a:pt x="1366" y="2420"/>
                    <a:pt x="2550" y="2511"/>
                  </a:cubicBezTo>
                  <a:cubicBezTo>
                    <a:pt x="2563" y="2264"/>
                    <a:pt x="2576" y="2017"/>
                    <a:pt x="2576" y="1782"/>
                  </a:cubicBezTo>
                  <a:cubicBezTo>
                    <a:pt x="2016" y="1743"/>
                    <a:pt x="1457" y="1639"/>
                    <a:pt x="911" y="1483"/>
                  </a:cubicBezTo>
                  <a:cubicBezTo>
                    <a:pt x="1444" y="1314"/>
                    <a:pt x="1990" y="1210"/>
                    <a:pt x="2537" y="1184"/>
                  </a:cubicBezTo>
                  <a:cubicBezTo>
                    <a:pt x="2563" y="1379"/>
                    <a:pt x="2563" y="1574"/>
                    <a:pt x="2576" y="1782"/>
                  </a:cubicBezTo>
                  <a:cubicBezTo>
                    <a:pt x="2901" y="1808"/>
                    <a:pt x="3252" y="1834"/>
                    <a:pt x="3655" y="1834"/>
                  </a:cubicBezTo>
                  <a:lnTo>
                    <a:pt x="3655" y="1106"/>
                  </a:lnTo>
                  <a:lnTo>
                    <a:pt x="4384" y="1106"/>
                  </a:lnTo>
                  <a:lnTo>
                    <a:pt x="4384" y="1834"/>
                  </a:lnTo>
                  <a:cubicBezTo>
                    <a:pt x="4787" y="1834"/>
                    <a:pt x="5151" y="1808"/>
                    <a:pt x="5476" y="1782"/>
                  </a:cubicBezTo>
                  <a:cubicBezTo>
                    <a:pt x="5476" y="1574"/>
                    <a:pt x="5489" y="1379"/>
                    <a:pt x="5502" y="1184"/>
                  </a:cubicBezTo>
                  <a:cubicBezTo>
                    <a:pt x="6062" y="1210"/>
                    <a:pt x="6608" y="1314"/>
                    <a:pt x="7128" y="1483"/>
                  </a:cubicBezTo>
                  <a:cubicBezTo>
                    <a:pt x="6595" y="1639"/>
                    <a:pt x="6036" y="1743"/>
                    <a:pt x="5476" y="1782"/>
                  </a:cubicBezTo>
                  <a:cubicBezTo>
                    <a:pt x="5476" y="2030"/>
                    <a:pt x="5476" y="2264"/>
                    <a:pt x="5502" y="2511"/>
                  </a:cubicBezTo>
                  <a:cubicBezTo>
                    <a:pt x="6686" y="2420"/>
                    <a:pt x="8052" y="2147"/>
                    <a:pt x="8052" y="1483"/>
                  </a:cubicBezTo>
                  <a:cubicBezTo>
                    <a:pt x="8052" y="1275"/>
                    <a:pt x="8052" y="677"/>
                    <a:pt x="5632" y="456"/>
                  </a:cubicBezTo>
                  <a:lnTo>
                    <a:pt x="5710" y="0"/>
                  </a:lnTo>
                  <a:lnTo>
                    <a:pt x="5710" y="0"/>
                  </a:lnTo>
                  <a:cubicBezTo>
                    <a:pt x="5177" y="254"/>
                    <a:pt x="4602" y="381"/>
                    <a:pt x="4024" y="381"/>
                  </a:cubicBezTo>
                  <a:cubicBezTo>
                    <a:pt x="3447" y="381"/>
                    <a:pt x="2868" y="254"/>
                    <a:pt x="2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47"/>
            <p:cNvSpPr/>
            <p:nvPr/>
          </p:nvSpPr>
          <p:spPr>
            <a:xfrm>
              <a:off x="6307488" y="2913250"/>
              <a:ext cx="312225" cy="93675"/>
            </a:xfrm>
            <a:custGeom>
              <a:avLst/>
              <a:gdLst/>
              <a:ahLst/>
              <a:cxnLst/>
              <a:rect l="l" t="t" r="r" b="b"/>
              <a:pathLst>
                <a:path w="12489" h="3747" extrusionOk="0">
                  <a:moveTo>
                    <a:pt x="4762" y="1"/>
                  </a:moveTo>
                  <a:cubicBezTo>
                    <a:pt x="4736" y="404"/>
                    <a:pt x="4658" y="807"/>
                    <a:pt x="4566" y="1211"/>
                  </a:cubicBezTo>
                  <a:cubicBezTo>
                    <a:pt x="4504" y="1202"/>
                    <a:pt x="4441" y="1198"/>
                    <a:pt x="4379" y="1198"/>
                  </a:cubicBezTo>
                  <a:cubicBezTo>
                    <a:pt x="3875" y="1198"/>
                    <a:pt x="3403" y="1473"/>
                    <a:pt x="3149" y="1913"/>
                  </a:cubicBezTo>
                  <a:cubicBezTo>
                    <a:pt x="2459" y="1952"/>
                    <a:pt x="1861" y="2381"/>
                    <a:pt x="1601" y="3019"/>
                  </a:cubicBezTo>
                  <a:lnTo>
                    <a:pt x="1" y="3019"/>
                  </a:lnTo>
                  <a:lnTo>
                    <a:pt x="1" y="3747"/>
                  </a:lnTo>
                  <a:lnTo>
                    <a:pt x="12488" y="3747"/>
                  </a:lnTo>
                  <a:lnTo>
                    <a:pt x="12488" y="3019"/>
                  </a:lnTo>
                  <a:lnTo>
                    <a:pt x="10888" y="3019"/>
                  </a:lnTo>
                  <a:cubicBezTo>
                    <a:pt x="10628" y="2381"/>
                    <a:pt x="10030" y="1952"/>
                    <a:pt x="9340" y="1913"/>
                  </a:cubicBezTo>
                  <a:cubicBezTo>
                    <a:pt x="9085" y="1473"/>
                    <a:pt x="8614" y="1198"/>
                    <a:pt x="8110" y="1198"/>
                  </a:cubicBezTo>
                  <a:cubicBezTo>
                    <a:pt x="8048" y="1198"/>
                    <a:pt x="7985" y="1202"/>
                    <a:pt x="7922" y="1211"/>
                  </a:cubicBezTo>
                  <a:cubicBezTo>
                    <a:pt x="7831" y="807"/>
                    <a:pt x="7753" y="404"/>
                    <a:pt x="7727" y="1"/>
                  </a:cubicBezTo>
                  <a:cubicBezTo>
                    <a:pt x="7311" y="40"/>
                    <a:pt x="6908" y="53"/>
                    <a:pt x="6609" y="53"/>
                  </a:cubicBezTo>
                  <a:lnTo>
                    <a:pt x="6609" y="820"/>
                  </a:lnTo>
                  <a:lnTo>
                    <a:pt x="5880" y="820"/>
                  </a:lnTo>
                  <a:lnTo>
                    <a:pt x="5880" y="53"/>
                  </a:lnTo>
                  <a:cubicBezTo>
                    <a:pt x="5568" y="53"/>
                    <a:pt x="5191" y="40"/>
                    <a:pt x="47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47"/>
            <p:cNvSpPr/>
            <p:nvPr/>
          </p:nvSpPr>
          <p:spPr>
            <a:xfrm>
              <a:off x="6582613" y="2933750"/>
              <a:ext cx="18225" cy="18225"/>
            </a:xfrm>
            <a:custGeom>
              <a:avLst/>
              <a:gdLst/>
              <a:ahLst/>
              <a:cxnLst/>
              <a:rect l="l" t="t" r="r" b="b"/>
              <a:pathLst>
                <a:path w="729" h="729" extrusionOk="0">
                  <a:moveTo>
                    <a:pt x="0" y="0"/>
                  </a:moveTo>
                  <a:lnTo>
                    <a:pt x="0" y="729"/>
                  </a:lnTo>
                  <a:lnTo>
                    <a:pt x="729" y="72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47"/>
            <p:cNvSpPr/>
            <p:nvPr/>
          </p:nvSpPr>
          <p:spPr>
            <a:xfrm>
              <a:off x="6326363" y="2951950"/>
              <a:ext cx="18225" cy="18250"/>
            </a:xfrm>
            <a:custGeom>
              <a:avLst/>
              <a:gdLst/>
              <a:ahLst/>
              <a:cxnLst/>
              <a:rect l="l" t="t" r="r" b="b"/>
              <a:pathLst>
                <a:path w="729" h="730" extrusionOk="0">
                  <a:moveTo>
                    <a:pt x="0" y="1"/>
                  </a:moveTo>
                  <a:lnTo>
                    <a:pt x="0" y="729"/>
                  </a:lnTo>
                  <a:lnTo>
                    <a:pt x="729" y="729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5" name="Google Shape;1595;p47"/>
          <p:cNvGrpSpPr/>
          <p:nvPr/>
        </p:nvGrpSpPr>
        <p:grpSpPr>
          <a:xfrm>
            <a:off x="5571800" y="1681268"/>
            <a:ext cx="312525" cy="313025"/>
            <a:chOff x="7075588" y="3377000"/>
            <a:chExt cx="312525" cy="313025"/>
          </a:xfrm>
        </p:grpSpPr>
        <p:sp>
          <p:nvSpPr>
            <p:cNvPr id="1596" name="Google Shape;1596;p47"/>
            <p:cNvSpPr/>
            <p:nvPr/>
          </p:nvSpPr>
          <p:spPr>
            <a:xfrm>
              <a:off x="7075588" y="3377000"/>
              <a:ext cx="311225" cy="313025"/>
            </a:xfrm>
            <a:custGeom>
              <a:avLst/>
              <a:gdLst/>
              <a:ahLst/>
              <a:cxnLst/>
              <a:rect l="l" t="t" r="r" b="b"/>
              <a:pathLst>
                <a:path w="12449" h="12521" extrusionOk="0">
                  <a:moveTo>
                    <a:pt x="10277" y="1495"/>
                  </a:moveTo>
                  <a:lnTo>
                    <a:pt x="10277" y="2224"/>
                  </a:lnTo>
                  <a:lnTo>
                    <a:pt x="9548" y="2224"/>
                  </a:lnTo>
                  <a:lnTo>
                    <a:pt x="9548" y="1495"/>
                  </a:lnTo>
                  <a:close/>
                  <a:moveTo>
                    <a:pt x="5880" y="5177"/>
                  </a:moveTo>
                  <a:lnTo>
                    <a:pt x="5880" y="5905"/>
                  </a:lnTo>
                  <a:lnTo>
                    <a:pt x="6621" y="5905"/>
                  </a:lnTo>
                  <a:lnTo>
                    <a:pt x="6621" y="6633"/>
                  </a:lnTo>
                  <a:lnTo>
                    <a:pt x="5880" y="6633"/>
                  </a:lnTo>
                  <a:lnTo>
                    <a:pt x="5880" y="7362"/>
                  </a:lnTo>
                  <a:lnTo>
                    <a:pt x="5152" y="7362"/>
                  </a:lnTo>
                  <a:lnTo>
                    <a:pt x="5152" y="6633"/>
                  </a:lnTo>
                  <a:lnTo>
                    <a:pt x="4423" y="6633"/>
                  </a:lnTo>
                  <a:lnTo>
                    <a:pt x="4423" y="5905"/>
                  </a:lnTo>
                  <a:lnTo>
                    <a:pt x="5152" y="5905"/>
                  </a:lnTo>
                  <a:lnTo>
                    <a:pt x="5152" y="5177"/>
                  </a:lnTo>
                  <a:close/>
                  <a:moveTo>
                    <a:pt x="10277" y="10315"/>
                  </a:moveTo>
                  <a:lnTo>
                    <a:pt x="10277" y="11043"/>
                  </a:lnTo>
                  <a:lnTo>
                    <a:pt x="9548" y="11043"/>
                  </a:lnTo>
                  <a:lnTo>
                    <a:pt x="9548" y="10315"/>
                  </a:lnTo>
                  <a:close/>
                  <a:moveTo>
                    <a:pt x="9925" y="0"/>
                  </a:moveTo>
                  <a:cubicBezTo>
                    <a:pt x="9513" y="0"/>
                    <a:pt x="9099" y="138"/>
                    <a:pt x="8755" y="416"/>
                  </a:cubicBezTo>
                  <a:cubicBezTo>
                    <a:pt x="8026" y="1014"/>
                    <a:pt x="7857" y="2068"/>
                    <a:pt x="8391" y="2861"/>
                  </a:cubicBezTo>
                  <a:lnTo>
                    <a:pt x="7051" y="4227"/>
                  </a:lnTo>
                  <a:cubicBezTo>
                    <a:pt x="6581" y="3872"/>
                    <a:pt x="6046" y="3709"/>
                    <a:pt x="5522" y="3709"/>
                  </a:cubicBezTo>
                  <a:cubicBezTo>
                    <a:pt x="4320" y="3709"/>
                    <a:pt x="3174" y="4564"/>
                    <a:pt x="2992" y="5905"/>
                  </a:cubicBezTo>
                  <a:lnTo>
                    <a:pt x="2134" y="5905"/>
                  </a:lnTo>
                  <a:cubicBezTo>
                    <a:pt x="1954" y="5399"/>
                    <a:pt x="1531" y="5168"/>
                    <a:pt x="1109" y="5168"/>
                  </a:cubicBezTo>
                  <a:cubicBezTo>
                    <a:pt x="554" y="5168"/>
                    <a:pt x="1" y="5567"/>
                    <a:pt x="1" y="6269"/>
                  </a:cubicBezTo>
                  <a:cubicBezTo>
                    <a:pt x="1" y="6971"/>
                    <a:pt x="554" y="7371"/>
                    <a:pt x="1109" y="7371"/>
                  </a:cubicBezTo>
                  <a:cubicBezTo>
                    <a:pt x="1531" y="7371"/>
                    <a:pt x="1954" y="7139"/>
                    <a:pt x="2134" y="6633"/>
                  </a:cubicBezTo>
                  <a:lnTo>
                    <a:pt x="2992" y="6633"/>
                  </a:lnTo>
                  <a:cubicBezTo>
                    <a:pt x="3174" y="7977"/>
                    <a:pt x="4325" y="8839"/>
                    <a:pt x="5530" y="8839"/>
                  </a:cubicBezTo>
                  <a:cubicBezTo>
                    <a:pt x="6052" y="8839"/>
                    <a:pt x="6583" y="8678"/>
                    <a:pt x="7051" y="8324"/>
                  </a:cubicBezTo>
                  <a:lnTo>
                    <a:pt x="8391" y="9677"/>
                  </a:lnTo>
                  <a:cubicBezTo>
                    <a:pt x="7523" y="10984"/>
                    <a:pt x="8570" y="12521"/>
                    <a:pt x="9903" y="12521"/>
                  </a:cubicBezTo>
                  <a:cubicBezTo>
                    <a:pt x="10189" y="12521"/>
                    <a:pt x="10488" y="12450"/>
                    <a:pt x="10784" y="12292"/>
                  </a:cubicBezTo>
                  <a:cubicBezTo>
                    <a:pt x="12449" y="11394"/>
                    <a:pt x="11812" y="8858"/>
                    <a:pt x="9912" y="8858"/>
                  </a:cubicBezTo>
                  <a:cubicBezTo>
                    <a:pt x="9548" y="8858"/>
                    <a:pt x="9197" y="8962"/>
                    <a:pt x="8898" y="9157"/>
                  </a:cubicBezTo>
                  <a:lnTo>
                    <a:pt x="7558" y="7791"/>
                  </a:lnTo>
                  <a:cubicBezTo>
                    <a:pt x="7818" y="7453"/>
                    <a:pt x="7987" y="7063"/>
                    <a:pt x="8052" y="6633"/>
                  </a:cubicBezTo>
                  <a:lnTo>
                    <a:pt x="9548" y="6633"/>
                  </a:lnTo>
                  <a:lnTo>
                    <a:pt x="9548" y="5905"/>
                  </a:lnTo>
                  <a:lnTo>
                    <a:pt x="8052" y="5905"/>
                  </a:lnTo>
                  <a:cubicBezTo>
                    <a:pt x="7987" y="5476"/>
                    <a:pt x="7818" y="5086"/>
                    <a:pt x="7558" y="4747"/>
                  </a:cubicBezTo>
                  <a:lnTo>
                    <a:pt x="8898" y="3382"/>
                  </a:lnTo>
                  <a:cubicBezTo>
                    <a:pt x="9213" y="3588"/>
                    <a:pt x="9568" y="3688"/>
                    <a:pt x="9920" y="3688"/>
                  </a:cubicBezTo>
                  <a:cubicBezTo>
                    <a:pt x="10456" y="3688"/>
                    <a:pt x="10982" y="3457"/>
                    <a:pt x="11343" y="3017"/>
                  </a:cubicBezTo>
                  <a:cubicBezTo>
                    <a:pt x="11955" y="2276"/>
                    <a:pt x="11903" y="1209"/>
                    <a:pt x="11226" y="546"/>
                  </a:cubicBezTo>
                  <a:cubicBezTo>
                    <a:pt x="10871" y="184"/>
                    <a:pt x="10400" y="0"/>
                    <a:pt x="9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7"/>
            <p:cNvSpPr/>
            <p:nvPr/>
          </p:nvSpPr>
          <p:spPr>
            <a:xfrm>
              <a:off x="7204363" y="3524625"/>
              <a:ext cx="18250" cy="18225"/>
            </a:xfrm>
            <a:custGeom>
              <a:avLst/>
              <a:gdLst/>
              <a:ahLst/>
              <a:cxnLst/>
              <a:rect l="l" t="t" r="r" b="b"/>
              <a:pathLst>
                <a:path w="730" h="729" extrusionOk="0">
                  <a:moveTo>
                    <a:pt x="1" y="0"/>
                  </a:moveTo>
                  <a:lnTo>
                    <a:pt x="1" y="728"/>
                  </a:lnTo>
                  <a:lnTo>
                    <a:pt x="729" y="728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7"/>
            <p:cNvSpPr/>
            <p:nvPr/>
          </p:nvSpPr>
          <p:spPr>
            <a:xfrm>
              <a:off x="7333138" y="3506400"/>
              <a:ext cx="18250" cy="18225"/>
            </a:xfrm>
            <a:custGeom>
              <a:avLst/>
              <a:gdLst/>
              <a:ahLst/>
              <a:cxnLst/>
              <a:rect l="l" t="t" r="r" b="b"/>
              <a:pathLst>
                <a:path w="730" h="729" extrusionOk="0">
                  <a:moveTo>
                    <a:pt x="1" y="1"/>
                  </a:moveTo>
                  <a:lnTo>
                    <a:pt x="1" y="729"/>
                  </a:lnTo>
                  <a:lnTo>
                    <a:pt x="729" y="729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7"/>
            <p:cNvSpPr/>
            <p:nvPr/>
          </p:nvSpPr>
          <p:spPr>
            <a:xfrm>
              <a:off x="7369563" y="3524625"/>
              <a:ext cx="18550" cy="18225"/>
            </a:xfrm>
            <a:custGeom>
              <a:avLst/>
              <a:gdLst/>
              <a:ahLst/>
              <a:cxnLst/>
              <a:rect l="l" t="t" r="r" b="b"/>
              <a:pathLst>
                <a:path w="742" h="729" extrusionOk="0">
                  <a:moveTo>
                    <a:pt x="0" y="0"/>
                  </a:moveTo>
                  <a:lnTo>
                    <a:pt x="0" y="728"/>
                  </a:lnTo>
                  <a:lnTo>
                    <a:pt x="742" y="728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7"/>
            <p:cNvSpPr/>
            <p:nvPr/>
          </p:nvSpPr>
          <p:spPr>
            <a:xfrm>
              <a:off x="7333138" y="3542825"/>
              <a:ext cx="18250" cy="18225"/>
            </a:xfrm>
            <a:custGeom>
              <a:avLst/>
              <a:gdLst/>
              <a:ahLst/>
              <a:cxnLst/>
              <a:rect l="l" t="t" r="r" b="b"/>
              <a:pathLst>
                <a:path w="730" h="729" extrusionOk="0">
                  <a:moveTo>
                    <a:pt x="1" y="0"/>
                  </a:moveTo>
                  <a:lnTo>
                    <a:pt x="1" y="729"/>
                  </a:lnTo>
                  <a:lnTo>
                    <a:pt x="729" y="729"/>
                  </a:lnTo>
                  <a:lnTo>
                    <a:pt x="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1" name="Google Shape;1601;p47"/>
          <p:cNvGrpSpPr/>
          <p:nvPr/>
        </p:nvGrpSpPr>
        <p:grpSpPr>
          <a:xfrm>
            <a:off x="65693" y="4281600"/>
            <a:ext cx="863343" cy="805960"/>
            <a:chOff x="7939225" y="342675"/>
            <a:chExt cx="1204777" cy="1124700"/>
          </a:xfrm>
        </p:grpSpPr>
        <p:sp>
          <p:nvSpPr>
            <p:cNvPr id="1602" name="Google Shape;1602;p47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7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7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7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7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7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6" name="Google Shape;1206;p41"/>
          <p:cNvGrpSpPr/>
          <p:nvPr/>
        </p:nvGrpSpPr>
        <p:grpSpPr>
          <a:xfrm>
            <a:off x="725276" y="4206444"/>
            <a:ext cx="7620842" cy="804268"/>
            <a:chOff x="725276" y="4206444"/>
            <a:chExt cx="7620842" cy="804268"/>
          </a:xfrm>
        </p:grpSpPr>
        <p:sp>
          <p:nvSpPr>
            <p:cNvPr id="1207" name="Google Shape;1207;p41"/>
            <p:cNvSpPr/>
            <p:nvPr/>
          </p:nvSpPr>
          <p:spPr>
            <a:xfrm rot="5400000" flipH="1">
              <a:off x="4340726" y="920250"/>
              <a:ext cx="148500" cy="7379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8" name="Google Shape;1208;p41"/>
            <p:cNvGrpSpPr/>
            <p:nvPr/>
          </p:nvGrpSpPr>
          <p:grpSpPr>
            <a:xfrm rot="2700000" flipH="1">
              <a:off x="7659139" y="4324720"/>
              <a:ext cx="569691" cy="567717"/>
              <a:chOff x="7508175" y="354625"/>
              <a:chExt cx="569696" cy="567722"/>
            </a:xfrm>
          </p:grpSpPr>
          <p:sp>
            <p:nvSpPr>
              <p:cNvPr id="1209" name="Google Shape;1209;p41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41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1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41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41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41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41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41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41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41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41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1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41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41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41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1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41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41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1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1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41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41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41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1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1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1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41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41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1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1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1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1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41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41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41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41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41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41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41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41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41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41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41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41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41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41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1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1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1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1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1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1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1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1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1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1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1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1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67" name="Google Shape;1267;p41"/>
          <p:cNvSpPr txBox="1">
            <a:spLocks noGrp="1"/>
          </p:cNvSpPr>
          <p:nvPr>
            <p:ph type="title"/>
          </p:nvPr>
        </p:nvSpPr>
        <p:spPr>
          <a:xfrm>
            <a:off x="1876300" y="1362338"/>
            <a:ext cx="5391300" cy="7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Решение проблем просто!!!</a:t>
            </a:r>
            <a:endParaRPr sz="2800" dirty="0"/>
          </a:p>
        </p:txBody>
      </p:sp>
      <p:sp>
        <p:nvSpPr>
          <p:cNvPr id="1268" name="Google Shape;1268;p41"/>
          <p:cNvSpPr txBox="1">
            <a:spLocks noGrp="1"/>
          </p:cNvSpPr>
          <p:nvPr>
            <p:ph type="subTitle" idx="1"/>
          </p:nvPr>
        </p:nvSpPr>
        <p:spPr>
          <a:xfrm>
            <a:off x="1876300" y="2154338"/>
            <a:ext cx="5391300" cy="163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PDN-Scanner (Personal Data Navigator)</a:t>
            </a:r>
            <a:endParaRPr lang="ru-RU" dirty="0"/>
          </a:p>
          <a:p>
            <a:r>
              <a:rPr lang="en-US" dirty="0"/>
              <a:t>Python</a:t>
            </a:r>
          </a:p>
        </p:txBody>
      </p:sp>
      <p:grpSp>
        <p:nvGrpSpPr>
          <p:cNvPr id="1269" name="Google Shape;1269;p41"/>
          <p:cNvGrpSpPr/>
          <p:nvPr/>
        </p:nvGrpSpPr>
        <p:grpSpPr>
          <a:xfrm>
            <a:off x="65693" y="4281600"/>
            <a:ext cx="863343" cy="805960"/>
            <a:chOff x="7939225" y="342675"/>
            <a:chExt cx="1204777" cy="1124700"/>
          </a:xfrm>
        </p:grpSpPr>
        <p:sp>
          <p:nvSpPr>
            <p:cNvPr id="1270" name="Google Shape;1270;p41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1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1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1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1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1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6" name="Google Shape;1276;p41"/>
          <p:cNvGrpSpPr/>
          <p:nvPr/>
        </p:nvGrpSpPr>
        <p:grpSpPr>
          <a:xfrm>
            <a:off x="4363325" y="355563"/>
            <a:ext cx="4928100" cy="259573"/>
            <a:chOff x="4363325" y="355563"/>
            <a:chExt cx="4928100" cy="259573"/>
          </a:xfrm>
        </p:grpSpPr>
        <p:sp>
          <p:nvSpPr>
            <p:cNvPr id="1277" name="Google Shape;1277;p41"/>
            <p:cNvSpPr/>
            <p:nvPr/>
          </p:nvSpPr>
          <p:spPr>
            <a:xfrm rot="-5400000">
              <a:off x="7155575" y="-1559150"/>
              <a:ext cx="71700" cy="420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78" name="Google Shape;1278;p41"/>
            <p:cNvGrpSpPr/>
            <p:nvPr/>
          </p:nvGrpSpPr>
          <p:grpSpPr>
            <a:xfrm>
              <a:off x="4363325" y="355563"/>
              <a:ext cx="1036183" cy="259573"/>
              <a:chOff x="4802550" y="1045325"/>
              <a:chExt cx="1036183" cy="259573"/>
            </a:xfrm>
          </p:grpSpPr>
          <p:sp>
            <p:nvSpPr>
              <p:cNvPr id="1279" name="Google Shape;1279;p41"/>
              <p:cNvSpPr/>
              <p:nvPr/>
            </p:nvSpPr>
            <p:spPr>
              <a:xfrm>
                <a:off x="4802550" y="1182739"/>
                <a:ext cx="1036183" cy="120205"/>
              </a:xfrm>
              <a:custGeom>
                <a:avLst/>
                <a:gdLst/>
                <a:ahLst/>
                <a:cxnLst/>
                <a:rect l="l" t="t" r="r" b="b"/>
                <a:pathLst>
                  <a:path w="21740" h="2522" extrusionOk="0">
                    <a:moveTo>
                      <a:pt x="54" y="2066"/>
                    </a:moveTo>
                    <a:cubicBezTo>
                      <a:pt x="0" y="1811"/>
                      <a:pt x="1985" y="1181"/>
                      <a:pt x="2227" y="1114"/>
                    </a:cubicBezTo>
                    <a:cubicBezTo>
                      <a:pt x="2642" y="738"/>
                      <a:pt x="3125" y="443"/>
                      <a:pt x="3648" y="242"/>
                    </a:cubicBezTo>
                    <a:cubicBezTo>
                      <a:pt x="4238" y="14"/>
                      <a:pt x="6049" y="1"/>
                      <a:pt x="6049" y="1"/>
                    </a:cubicBezTo>
                    <a:lnTo>
                      <a:pt x="20948" y="1"/>
                    </a:lnTo>
                    <a:cubicBezTo>
                      <a:pt x="21458" y="1"/>
                      <a:pt x="21740" y="121"/>
                      <a:pt x="21740" y="215"/>
                    </a:cubicBezTo>
                    <a:cubicBezTo>
                      <a:pt x="21740" y="309"/>
                      <a:pt x="21552" y="483"/>
                      <a:pt x="20922" y="658"/>
                    </a:cubicBezTo>
                    <a:cubicBezTo>
                      <a:pt x="20425" y="792"/>
                      <a:pt x="13988" y="2522"/>
                      <a:pt x="13988" y="2522"/>
                    </a:cubicBezTo>
                    <a:lnTo>
                      <a:pt x="4587" y="2522"/>
                    </a:lnTo>
                    <a:cubicBezTo>
                      <a:pt x="4211" y="2522"/>
                      <a:pt x="134" y="2482"/>
                      <a:pt x="54" y="20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41"/>
              <p:cNvSpPr/>
              <p:nvPr/>
            </p:nvSpPr>
            <p:spPr>
              <a:xfrm>
                <a:off x="5593904" y="1224301"/>
                <a:ext cx="169440" cy="80597"/>
              </a:xfrm>
              <a:custGeom>
                <a:avLst/>
                <a:gdLst/>
                <a:ahLst/>
                <a:cxnLst/>
                <a:rect l="l" t="t" r="r" b="b"/>
                <a:pathLst>
                  <a:path w="3555" h="1691" extrusionOk="0">
                    <a:moveTo>
                      <a:pt x="456" y="1623"/>
                    </a:moveTo>
                    <a:cubicBezTo>
                      <a:pt x="510" y="1690"/>
                      <a:pt x="3112" y="1248"/>
                      <a:pt x="3219" y="1140"/>
                    </a:cubicBezTo>
                    <a:cubicBezTo>
                      <a:pt x="3353" y="765"/>
                      <a:pt x="3474" y="389"/>
                      <a:pt x="3554" y="0"/>
                    </a:cubicBezTo>
                    <a:lnTo>
                      <a:pt x="0" y="953"/>
                    </a:lnTo>
                    <a:cubicBezTo>
                      <a:pt x="255" y="1315"/>
                      <a:pt x="429" y="1610"/>
                      <a:pt x="456" y="16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41"/>
              <p:cNvSpPr/>
              <p:nvPr/>
            </p:nvSpPr>
            <p:spPr>
              <a:xfrm>
                <a:off x="5538281" y="1045325"/>
                <a:ext cx="271057" cy="137459"/>
              </a:xfrm>
              <a:custGeom>
                <a:avLst/>
                <a:gdLst/>
                <a:ahLst/>
                <a:cxnLst/>
                <a:rect l="l" t="t" r="r" b="b"/>
                <a:pathLst>
                  <a:path w="5687" h="2884" extrusionOk="0">
                    <a:moveTo>
                      <a:pt x="5687" y="81"/>
                    </a:moveTo>
                    <a:cubicBezTo>
                      <a:pt x="5687" y="81"/>
                      <a:pt x="4828" y="0"/>
                      <a:pt x="4372" y="255"/>
                    </a:cubicBezTo>
                    <a:cubicBezTo>
                      <a:pt x="3930" y="497"/>
                      <a:pt x="2669" y="1851"/>
                      <a:pt x="1999" y="2240"/>
                    </a:cubicBezTo>
                    <a:cubicBezTo>
                      <a:pt x="1315" y="2629"/>
                      <a:pt x="430" y="2615"/>
                      <a:pt x="242" y="2656"/>
                    </a:cubicBezTo>
                    <a:cubicBezTo>
                      <a:pt x="121" y="2669"/>
                      <a:pt x="27" y="2763"/>
                      <a:pt x="0" y="2884"/>
                    </a:cubicBezTo>
                    <a:lnTo>
                      <a:pt x="4963" y="2884"/>
                    </a:lnTo>
                    <a:cubicBezTo>
                      <a:pt x="5311" y="1569"/>
                      <a:pt x="5687" y="81"/>
                      <a:pt x="5687" y="8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1"/>
              <p:cNvSpPr/>
              <p:nvPr/>
            </p:nvSpPr>
            <p:spPr>
              <a:xfrm>
                <a:off x="5157928" y="1207667"/>
                <a:ext cx="325440" cy="95277"/>
              </a:xfrm>
              <a:custGeom>
                <a:avLst/>
                <a:gdLst/>
                <a:ahLst/>
                <a:cxnLst/>
                <a:rect l="l" t="t" r="r" b="b"/>
                <a:pathLst>
                  <a:path w="6828" h="1999" extrusionOk="0">
                    <a:moveTo>
                      <a:pt x="3220" y="1"/>
                    </a:moveTo>
                    <a:cubicBezTo>
                      <a:pt x="2214" y="1"/>
                      <a:pt x="1208" y="121"/>
                      <a:pt x="229" y="390"/>
                    </a:cubicBezTo>
                    <a:cubicBezTo>
                      <a:pt x="95" y="416"/>
                      <a:pt x="1" y="537"/>
                      <a:pt x="14" y="685"/>
                    </a:cubicBezTo>
                    <a:lnTo>
                      <a:pt x="41" y="1570"/>
                    </a:lnTo>
                    <a:cubicBezTo>
                      <a:pt x="55" y="1650"/>
                      <a:pt x="95" y="1717"/>
                      <a:pt x="175" y="1771"/>
                    </a:cubicBezTo>
                    <a:cubicBezTo>
                      <a:pt x="323" y="1865"/>
                      <a:pt x="484" y="1945"/>
                      <a:pt x="658" y="1999"/>
                    </a:cubicBezTo>
                    <a:lnTo>
                      <a:pt x="6532" y="1999"/>
                    </a:lnTo>
                    <a:lnTo>
                      <a:pt x="6814" y="1918"/>
                    </a:lnTo>
                    <a:cubicBezTo>
                      <a:pt x="6814" y="1892"/>
                      <a:pt x="6827" y="1865"/>
                      <a:pt x="6827" y="1825"/>
                    </a:cubicBezTo>
                    <a:lnTo>
                      <a:pt x="6827" y="363"/>
                    </a:lnTo>
                    <a:cubicBezTo>
                      <a:pt x="6827" y="363"/>
                      <a:pt x="4775" y="1"/>
                      <a:pt x="32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41"/>
              <p:cNvSpPr/>
              <p:nvPr/>
            </p:nvSpPr>
            <p:spPr>
              <a:xfrm>
                <a:off x="5162408" y="1203186"/>
                <a:ext cx="331159" cy="99758"/>
              </a:xfrm>
              <a:custGeom>
                <a:avLst/>
                <a:gdLst/>
                <a:ahLst/>
                <a:cxnLst/>
                <a:rect l="l" t="t" r="r" b="b"/>
                <a:pathLst>
                  <a:path w="6948" h="2093" extrusionOk="0">
                    <a:moveTo>
                      <a:pt x="215" y="376"/>
                    </a:moveTo>
                    <a:cubicBezTo>
                      <a:pt x="81" y="417"/>
                      <a:pt x="1" y="537"/>
                      <a:pt x="14" y="671"/>
                    </a:cubicBezTo>
                    <a:lnTo>
                      <a:pt x="108" y="1530"/>
                    </a:lnTo>
                    <a:cubicBezTo>
                      <a:pt x="108" y="1610"/>
                      <a:pt x="162" y="1691"/>
                      <a:pt x="229" y="1731"/>
                    </a:cubicBezTo>
                    <a:cubicBezTo>
                      <a:pt x="577" y="1972"/>
                      <a:pt x="993" y="2093"/>
                      <a:pt x="1422" y="2093"/>
                    </a:cubicBezTo>
                    <a:lnTo>
                      <a:pt x="6679" y="2093"/>
                    </a:lnTo>
                    <a:cubicBezTo>
                      <a:pt x="6827" y="2093"/>
                      <a:pt x="6948" y="1972"/>
                      <a:pt x="6948" y="1811"/>
                    </a:cubicBezTo>
                    <a:lnTo>
                      <a:pt x="6948" y="363"/>
                    </a:lnTo>
                    <a:cubicBezTo>
                      <a:pt x="6948" y="363"/>
                      <a:pt x="4896" y="1"/>
                      <a:pt x="3340" y="1"/>
                    </a:cubicBezTo>
                    <a:cubicBezTo>
                      <a:pt x="2294" y="1"/>
                      <a:pt x="1248" y="122"/>
                      <a:pt x="215" y="37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41"/>
              <p:cNvSpPr/>
              <p:nvPr/>
            </p:nvSpPr>
            <p:spPr>
              <a:xfrm>
                <a:off x="5162408" y="1216627"/>
                <a:ext cx="40990" cy="83123"/>
              </a:xfrm>
              <a:custGeom>
                <a:avLst/>
                <a:gdLst/>
                <a:ahLst/>
                <a:cxnLst/>
                <a:rect l="l" t="t" r="r" b="b"/>
                <a:pathLst>
                  <a:path w="860" h="1744" extrusionOk="0">
                    <a:moveTo>
                      <a:pt x="765" y="1516"/>
                    </a:moveTo>
                    <a:lnTo>
                      <a:pt x="631" y="188"/>
                    </a:lnTo>
                    <a:cubicBezTo>
                      <a:pt x="618" y="121"/>
                      <a:pt x="631" y="68"/>
                      <a:pt x="658" y="0"/>
                    </a:cubicBezTo>
                    <a:cubicBezTo>
                      <a:pt x="470" y="41"/>
                      <a:pt x="336" y="68"/>
                      <a:pt x="215" y="94"/>
                    </a:cubicBezTo>
                    <a:cubicBezTo>
                      <a:pt x="81" y="135"/>
                      <a:pt x="1" y="255"/>
                      <a:pt x="14" y="389"/>
                    </a:cubicBezTo>
                    <a:lnTo>
                      <a:pt x="108" y="1261"/>
                    </a:lnTo>
                    <a:cubicBezTo>
                      <a:pt x="108" y="1342"/>
                      <a:pt x="162" y="1409"/>
                      <a:pt x="229" y="1462"/>
                    </a:cubicBezTo>
                    <a:cubicBezTo>
                      <a:pt x="416" y="1583"/>
                      <a:pt x="631" y="1677"/>
                      <a:pt x="859" y="1744"/>
                    </a:cubicBezTo>
                    <a:cubicBezTo>
                      <a:pt x="805" y="1677"/>
                      <a:pt x="765" y="1596"/>
                      <a:pt x="765" y="15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1"/>
              <p:cNvSpPr/>
              <p:nvPr/>
            </p:nvSpPr>
            <p:spPr>
              <a:xfrm>
                <a:off x="5233998" y="1199373"/>
                <a:ext cx="304945" cy="103666"/>
              </a:xfrm>
              <a:custGeom>
                <a:avLst/>
                <a:gdLst/>
                <a:ahLst/>
                <a:cxnLst/>
                <a:rect l="l" t="t" r="r" b="b"/>
                <a:pathLst>
                  <a:path w="6398" h="2175" extrusionOk="0">
                    <a:moveTo>
                      <a:pt x="2039" y="0"/>
                    </a:moveTo>
                    <a:cubicBezTo>
                      <a:pt x="175" y="0"/>
                      <a:pt x="1" y="215"/>
                      <a:pt x="1" y="215"/>
                    </a:cubicBezTo>
                    <a:cubicBezTo>
                      <a:pt x="1" y="215"/>
                      <a:pt x="2080" y="1315"/>
                      <a:pt x="4172" y="2173"/>
                    </a:cubicBezTo>
                    <a:lnTo>
                      <a:pt x="4936" y="2173"/>
                    </a:lnTo>
                    <a:cubicBezTo>
                      <a:pt x="5000" y="2173"/>
                      <a:pt x="5055" y="2175"/>
                      <a:pt x="5103" y="2175"/>
                    </a:cubicBezTo>
                    <a:cubicBezTo>
                      <a:pt x="5236" y="2175"/>
                      <a:pt x="5317" y="2160"/>
                      <a:pt x="5405" y="2052"/>
                    </a:cubicBezTo>
                    <a:lnTo>
                      <a:pt x="6063" y="1878"/>
                    </a:lnTo>
                    <a:cubicBezTo>
                      <a:pt x="6197" y="1717"/>
                      <a:pt x="6304" y="1529"/>
                      <a:pt x="6398" y="1341"/>
                    </a:cubicBezTo>
                    <a:cubicBezTo>
                      <a:pt x="6384" y="1248"/>
                      <a:pt x="5459" y="443"/>
                      <a:pt x="5459" y="443"/>
                    </a:cubicBezTo>
                    <a:cubicBezTo>
                      <a:pt x="4333" y="161"/>
                      <a:pt x="3193" y="14"/>
                      <a:pt x="203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41"/>
              <p:cNvSpPr/>
              <p:nvPr/>
            </p:nvSpPr>
            <p:spPr>
              <a:xfrm>
                <a:off x="5233998" y="1199373"/>
                <a:ext cx="304325" cy="70969"/>
              </a:xfrm>
              <a:custGeom>
                <a:avLst/>
                <a:gdLst/>
                <a:ahLst/>
                <a:cxnLst/>
                <a:rect l="l" t="t" r="r" b="b"/>
                <a:pathLst>
                  <a:path w="6385" h="1489" extrusionOk="0">
                    <a:moveTo>
                      <a:pt x="1" y="215"/>
                    </a:moveTo>
                    <a:cubicBezTo>
                      <a:pt x="1" y="215"/>
                      <a:pt x="2080" y="845"/>
                      <a:pt x="4708" y="1368"/>
                    </a:cubicBezTo>
                    <a:cubicBezTo>
                      <a:pt x="5285" y="1489"/>
                      <a:pt x="6384" y="1422"/>
                      <a:pt x="6384" y="1341"/>
                    </a:cubicBezTo>
                    <a:cubicBezTo>
                      <a:pt x="6384" y="1248"/>
                      <a:pt x="5446" y="443"/>
                      <a:pt x="5446" y="443"/>
                    </a:cubicBezTo>
                    <a:cubicBezTo>
                      <a:pt x="4333" y="161"/>
                      <a:pt x="3179" y="14"/>
                      <a:pt x="2039" y="0"/>
                    </a:cubicBezTo>
                    <a:cubicBezTo>
                      <a:pt x="162" y="0"/>
                      <a:pt x="1" y="215"/>
                      <a:pt x="1" y="21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41"/>
              <p:cNvSpPr/>
              <p:nvPr/>
            </p:nvSpPr>
            <p:spPr>
              <a:xfrm>
                <a:off x="5250013" y="1201947"/>
                <a:ext cx="288310" cy="62962"/>
              </a:xfrm>
              <a:custGeom>
                <a:avLst/>
                <a:gdLst/>
                <a:ahLst/>
                <a:cxnLst/>
                <a:rect l="l" t="t" r="r" b="b"/>
                <a:pathLst>
                  <a:path w="6049" h="1321" extrusionOk="0">
                    <a:moveTo>
                      <a:pt x="469" y="0"/>
                    </a:moveTo>
                    <a:cubicBezTo>
                      <a:pt x="309" y="0"/>
                      <a:pt x="148" y="27"/>
                      <a:pt x="0" y="54"/>
                    </a:cubicBezTo>
                    <a:cubicBezTo>
                      <a:pt x="389" y="174"/>
                      <a:pt x="2293" y="764"/>
                      <a:pt x="4627" y="1261"/>
                    </a:cubicBezTo>
                    <a:cubicBezTo>
                      <a:pt x="4900" y="1300"/>
                      <a:pt x="5174" y="1321"/>
                      <a:pt x="5450" y="1321"/>
                    </a:cubicBezTo>
                    <a:cubicBezTo>
                      <a:pt x="5648" y="1321"/>
                      <a:pt x="5847" y="1310"/>
                      <a:pt x="6048" y="1287"/>
                    </a:cubicBezTo>
                    <a:cubicBezTo>
                      <a:pt x="6035" y="1287"/>
                      <a:pt x="6035" y="1274"/>
                      <a:pt x="6035" y="1274"/>
                    </a:cubicBezTo>
                    <a:cubicBezTo>
                      <a:pt x="5935" y="1281"/>
                      <a:pt x="5834" y="1284"/>
                      <a:pt x="5734" y="1284"/>
                    </a:cubicBezTo>
                    <a:cubicBezTo>
                      <a:pt x="5446" y="1284"/>
                      <a:pt x="5160" y="1257"/>
                      <a:pt x="4882" y="1207"/>
                    </a:cubicBezTo>
                    <a:cubicBezTo>
                      <a:pt x="2830" y="738"/>
                      <a:pt x="1127" y="215"/>
                      <a:pt x="4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1"/>
              <p:cNvSpPr/>
              <p:nvPr/>
            </p:nvSpPr>
            <p:spPr>
              <a:xfrm>
                <a:off x="4908648" y="1182739"/>
                <a:ext cx="183501" cy="53096"/>
              </a:xfrm>
              <a:custGeom>
                <a:avLst/>
                <a:gdLst/>
                <a:ahLst/>
                <a:cxnLst/>
                <a:rect l="l" t="t" r="r" b="b"/>
                <a:pathLst>
                  <a:path w="3850" h="1114" extrusionOk="0">
                    <a:moveTo>
                      <a:pt x="3823" y="1"/>
                    </a:moveTo>
                    <a:cubicBezTo>
                      <a:pt x="3823" y="1"/>
                      <a:pt x="2012" y="28"/>
                      <a:pt x="1422" y="242"/>
                    </a:cubicBezTo>
                    <a:cubicBezTo>
                      <a:pt x="899" y="443"/>
                      <a:pt x="416" y="738"/>
                      <a:pt x="1" y="1114"/>
                    </a:cubicBezTo>
                    <a:lnTo>
                      <a:pt x="1677" y="1114"/>
                    </a:lnTo>
                    <a:lnTo>
                      <a:pt x="385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41"/>
              <p:cNvSpPr/>
              <p:nvPr/>
            </p:nvSpPr>
            <p:spPr>
              <a:xfrm>
                <a:off x="4914416" y="1185932"/>
                <a:ext cx="172634" cy="49903"/>
              </a:xfrm>
              <a:custGeom>
                <a:avLst/>
                <a:gdLst/>
                <a:ahLst/>
                <a:cxnLst/>
                <a:rect l="l" t="t" r="r" b="b"/>
                <a:pathLst>
                  <a:path w="3622" h="1047" extrusionOk="0">
                    <a:moveTo>
                      <a:pt x="3621" y="1"/>
                    </a:moveTo>
                    <a:cubicBezTo>
                      <a:pt x="3192" y="1"/>
                      <a:pt x="1851" y="54"/>
                      <a:pt x="1355" y="242"/>
                    </a:cubicBezTo>
                    <a:cubicBezTo>
                      <a:pt x="859" y="430"/>
                      <a:pt x="403" y="698"/>
                      <a:pt x="0" y="1047"/>
                    </a:cubicBezTo>
                    <a:lnTo>
                      <a:pt x="161" y="1047"/>
                    </a:lnTo>
                    <a:cubicBezTo>
                      <a:pt x="564" y="779"/>
                      <a:pt x="1006" y="551"/>
                      <a:pt x="1462" y="403"/>
                    </a:cubicBezTo>
                    <a:cubicBezTo>
                      <a:pt x="1838" y="269"/>
                      <a:pt x="2629" y="215"/>
                      <a:pt x="3246" y="188"/>
                    </a:cubicBezTo>
                    <a:lnTo>
                      <a:pt x="36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41"/>
              <p:cNvSpPr/>
              <p:nvPr/>
            </p:nvSpPr>
            <p:spPr>
              <a:xfrm>
                <a:off x="5648859" y="1080453"/>
                <a:ext cx="92084" cy="10299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161" extrusionOk="0">
                    <a:moveTo>
                      <a:pt x="1905" y="1"/>
                    </a:moveTo>
                    <a:lnTo>
                      <a:pt x="1" y="2133"/>
                    </a:lnTo>
                    <a:lnTo>
                      <a:pt x="14" y="2160"/>
                    </a:lnTo>
                    <a:lnTo>
                      <a:pt x="1932" y="14"/>
                    </a:lnTo>
                    <a:lnTo>
                      <a:pt x="19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1"/>
              <p:cNvSpPr/>
              <p:nvPr/>
            </p:nvSpPr>
            <p:spPr>
              <a:xfrm>
                <a:off x="5716637" y="1079833"/>
                <a:ext cx="84410" cy="1954"/>
              </a:xfrm>
              <a:custGeom>
                <a:avLst/>
                <a:gdLst/>
                <a:ahLst/>
                <a:cxnLst/>
                <a:rect l="l" t="t" r="r" b="b"/>
                <a:pathLst>
                  <a:path w="1771" h="41" extrusionOk="0">
                    <a:moveTo>
                      <a:pt x="40" y="0"/>
                    </a:moveTo>
                    <a:lnTo>
                      <a:pt x="0" y="41"/>
                    </a:lnTo>
                    <a:lnTo>
                      <a:pt x="1770" y="41"/>
                    </a:lnTo>
                    <a:lnTo>
                      <a:pt x="17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41"/>
              <p:cNvSpPr/>
              <p:nvPr/>
            </p:nvSpPr>
            <p:spPr>
              <a:xfrm>
                <a:off x="5741565" y="1080453"/>
                <a:ext cx="35175" cy="102999"/>
              </a:xfrm>
              <a:custGeom>
                <a:avLst/>
                <a:gdLst/>
                <a:ahLst/>
                <a:cxnLst/>
                <a:rect l="l" t="t" r="r" b="b"/>
                <a:pathLst>
                  <a:path w="738" h="2161" extrusionOk="0">
                    <a:moveTo>
                      <a:pt x="698" y="1"/>
                    </a:moveTo>
                    <a:lnTo>
                      <a:pt x="0" y="2147"/>
                    </a:lnTo>
                    <a:lnTo>
                      <a:pt x="27" y="2160"/>
                    </a:lnTo>
                    <a:lnTo>
                      <a:pt x="738" y="14"/>
                    </a:lnTo>
                    <a:lnTo>
                      <a:pt x="6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41"/>
              <p:cNvSpPr/>
              <p:nvPr/>
            </p:nvSpPr>
            <p:spPr>
              <a:xfrm>
                <a:off x="5710250" y="1080453"/>
                <a:ext cx="54335" cy="102999"/>
              </a:xfrm>
              <a:custGeom>
                <a:avLst/>
                <a:gdLst/>
                <a:ahLst/>
                <a:cxnLst/>
                <a:rect l="l" t="t" r="r" b="b"/>
                <a:pathLst>
                  <a:path w="1140" h="2161" extrusionOk="0">
                    <a:moveTo>
                      <a:pt x="1113" y="1"/>
                    </a:moveTo>
                    <a:lnTo>
                      <a:pt x="0" y="2147"/>
                    </a:lnTo>
                    <a:lnTo>
                      <a:pt x="27" y="2160"/>
                    </a:lnTo>
                    <a:lnTo>
                      <a:pt x="1140" y="14"/>
                    </a:lnTo>
                    <a:lnTo>
                      <a:pt x="11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1"/>
              <p:cNvSpPr/>
              <p:nvPr/>
            </p:nvSpPr>
            <p:spPr>
              <a:xfrm>
                <a:off x="5661014" y="1193034"/>
                <a:ext cx="126592" cy="41514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871" extrusionOk="0">
                    <a:moveTo>
                      <a:pt x="191" y="1"/>
                    </a:moveTo>
                    <a:cubicBezTo>
                      <a:pt x="97" y="1"/>
                      <a:pt x="42" y="10"/>
                      <a:pt x="27" y="39"/>
                    </a:cubicBezTo>
                    <a:cubicBezTo>
                      <a:pt x="0" y="120"/>
                      <a:pt x="751" y="549"/>
                      <a:pt x="1368" y="871"/>
                    </a:cubicBezTo>
                    <a:lnTo>
                      <a:pt x="2656" y="536"/>
                    </a:lnTo>
                    <a:cubicBezTo>
                      <a:pt x="2455" y="335"/>
                      <a:pt x="2267" y="174"/>
                      <a:pt x="2267" y="174"/>
                    </a:cubicBezTo>
                    <a:cubicBezTo>
                      <a:pt x="1865" y="93"/>
                      <a:pt x="1462" y="53"/>
                      <a:pt x="1046" y="39"/>
                    </a:cubicBezTo>
                    <a:cubicBezTo>
                      <a:pt x="644" y="31"/>
                      <a:pt x="357" y="1"/>
                      <a:pt x="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41"/>
              <p:cNvSpPr/>
              <p:nvPr/>
            </p:nvSpPr>
            <p:spPr>
              <a:xfrm>
                <a:off x="5659107" y="1185932"/>
                <a:ext cx="153426" cy="44183"/>
              </a:xfrm>
              <a:custGeom>
                <a:avLst/>
                <a:gdLst/>
                <a:ahLst/>
                <a:cxnLst/>
                <a:rect l="l" t="t" r="r" b="b"/>
                <a:pathLst>
                  <a:path w="3219" h="927" extrusionOk="0">
                    <a:moveTo>
                      <a:pt x="2213" y="175"/>
                    </a:moveTo>
                    <a:cubicBezTo>
                      <a:pt x="1811" y="81"/>
                      <a:pt x="1395" y="28"/>
                      <a:pt x="979" y="14"/>
                    </a:cubicBezTo>
                    <a:cubicBezTo>
                      <a:pt x="349" y="1"/>
                      <a:pt x="94" y="81"/>
                      <a:pt x="67" y="148"/>
                    </a:cubicBezTo>
                    <a:cubicBezTo>
                      <a:pt x="0" y="282"/>
                      <a:pt x="2200" y="872"/>
                      <a:pt x="2361" y="899"/>
                    </a:cubicBezTo>
                    <a:cubicBezTo>
                      <a:pt x="2629" y="926"/>
                      <a:pt x="2924" y="899"/>
                      <a:pt x="3192" y="846"/>
                    </a:cubicBezTo>
                    <a:cubicBezTo>
                      <a:pt x="3219" y="819"/>
                      <a:pt x="2213" y="175"/>
                      <a:pt x="2213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1"/>
              <p:cNvSpPr/>
              <p:nvPr/>
            </p:nvSpPr>
            <p:spPr>
              <a:xfrm>
                <a:off x="4802550" y="1235788"/>
                <a:ext cx="106144" cy="63963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1342" extrusionOk="0">
                    <a:moveTo>
                      <a:pt x="2227" y="1"/>
                    </a:moveTo>
                    <a:cubicBezTo>
                      <a:pt x="1985" y="81"/>
                      <a:pt x="0" y="698"/>
                      <a:pt x="41" y="953"/>
                    </a:cubicBezTo>
                    <a:cubicBezTo>
                      <a:pt x="94" y="1168"/>
                      <a:pt x="1140" y="1275"/>
                      <a:pt x="2227" y="13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1"/>
              <p:cNvSpPr/>
              <p:nvPr/>
            </p:nvSpPr>
            <p:spPr>
              <a:xfrm>
                <a:off x="4908029" y="1235168"/>
                <a:ext cx="1287" cy="6458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355" extrusionOk="0">
                    <a:moveTo>
                      <a:pt x="27" y="0"/>
                    </a:moveTo>
                    <a:lnTo>
                      <a:pt x="14" y="14"/>
                    </a:lnTo>
                    <a:lnTo>
                      <a:pt x="0" y="27"/>
                    </a:lnTo>
                    <a:lnTo>
                      <a:pt x="0" y="1355"/>
                    </a:lnTo>
                    <a:lnTo>
                      <a:pt x="27" y="1355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41"/>
              <p:cNvSpPr/>
              <p:nvPr/>
            </p:nvSpPr>
            <p:spPr>
              <a:xfrm>
                <a:off x="4908648" y="1270296"/>
                <a:ext cx="152806" cy="1335"/>
              </a:xfrm>
              <a:custGeom>
                <a:avLst/>
                <a:gdLst/>
                <a:ahLst/>
                <a:cxnLst/>
                <a:rect l="l" t="t" r="r" b="b"/>
                <a:pathLst>
                  <a:path w="3206" h="28" extrusionOk="0">
                    <a:moveTo>
                      <a:pt x="1" y="1"/>
                    </a:moveTo>
                    <a:lnTo>
                      <a:pt x="1" y="28"/>
                    </a:lnTo>
                    <a:lnTo>
                      <a:pt x="3206" y="28"/>
                    </a:lnTo>
                    <a:lnTo>
                      <a:pt x="3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41"/>
              <p:cNvSpPr/>
              <p:nvPr/>
            </p:nvSpPr>
            <p:spPr>
              <a:xfrm>
                <a:off x="5045442" y="1183406"/>
                <a:ext cx="58863" cy="119538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2508" extrusionOk="0">
                    <a:moveTo>
                      <a:pt x="1194" y="0"/>
                    </a:moveTo>
                    <a:lnTo>
                      <a:pt x="1" y="2508"/>
                    </a:lnTo>
                    <a:lnTo>
                      <a:pt x="41" y="2508"/>
                    </a:lnTo>
                    <a:lnTo>
                      <a:pt x="12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1"/>
              <p:cNvSpPr/>
              <p:nvPr/>
            </p:nvSpPr>
            <p:spPr>
              <a:xfrm>
                <a:off x="5664827" y="1187839"/>
                <a:ext cx="144513" cy="39703"/>
              </a:xfrm>
              <a:custGeom>
                <a:avLst/>
                <a:gdLst/>
                <a:ahLst/>
                <a:cxnLst/>
                <a:rect l="l" t="t" r="r" b="b"/>
                <a:pathLst>
                  <a:path w="3032" h="833" extrusionOk="0">
                    <a:moveTo>
                      <a:pt x="229" y="1"/>
                    </a:moveTo>
                    <a:cubicBezTo>
                      <a:pt x="148" y="14"/>
                      <a:pt x="68" y="41"/>
                      <a:pt x="1" y="68"/>
                    </a:cubicBezTo>
                    <a:cubicBezTo>
                      <a:pt x="470" y="229"/>
                      <a:pt x="1422" y="551"/>
                      <a:pt x="2616" y="832"/>
                    </a:cubicBezTo>
                    <a:cubicBezTo>
                      <a:pt x="2696" y="832"/>
                      <a:pt x="2951" y="792"/>
                      <a:pt x="3032" y="779"/>
                    </a:cubicBezTo>
                    <a:cubicBezTo>
                      <a:pt x="3001" y="770"/>
                      <a:pt x="2968" y="767"/>
                      <a:pt x="2934" y="767"/>
                    </a:cubicBezTo>
                    <a:cubicBezTo>
                      <a:pt x="2841" y="767"/>
                      <a:pt x="2740" y="790"/>
                      <a:pt x="2647" y="790"/>
                    </a:cubicBezTo>
                    <a:cubicBezTo>
                      <a:pt x="2613" y="790"/>
                      <a:pt x="2580" y="787"/>
                      <a:pt x="2549" y="779"/>
                    </a:cubicBezTo>
                    <a:cubicBezTo>
                      <a:pt x="1543" y="511"/>
                      <a:pt x="671" y="162"/>
                      <a:pt x="2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1"/>
              <p:cNvSpPr/>
              <p:nvPr/>
            </p:nvSpPr>
            <p:spPr>
              <a:xfrm>
                <a:off x="5718543" y="1048566"/>
                <a:ext cx="90797" cy="31314"/>
              </a:xfrm>
              <a:custGeom>
                <a:avLst/>
                <a:gdLst/>
                <a:ahLst/>
                <a:cxnLst/>
                <a:rect l="l" t="t" r="r" b="b"/>
                <a:pathLst>
                  <a:path w="1905" h="657" extrusionOk="0">
                    <a:moveTo>
                      <a:pt x="1592" y="1"/>
                    </a:moveTo>
                    <a:cubicBezTo>
                      <a:pt x="1301" y="1"/>
                      <a:pt x="870" y="31"/>
                      <a:pt x="590" y="187"/>
                    </a:cubicBezTo>
                    <a:cubicBezTo>
                      <a:pt x="389" y="321"/>
                      <a:pt x="188" y="482"/>
                      <a:pt x="0" y="656"/>
                    </a:cubicBezTo>
                    <a:lnTo>
                      <a:pt x="1730" y="656"/>
                    </a:lnTo>
                    <a:cubicBezTo>
                      <a:pt x="1838" y="268"/>
                      <a:pt x="1905" y="13"/>
                      <a:pt x="1905" y="13"/>
                    </a:cubicBezTo>
                    <a:cubicBezTo>
                      <a:pt x="1905" y="13"/>
                      <a:pt x="1776" y="1"/>
                      <a:pt x="15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2"/>
                </a:solidFill>
              </a:rPr>
              <a:t>План по зачистки данных день 1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991" name="Google Shape;991;p39"/>
          <p:cNvSpPr txBox="1">
            <a:spLocks noGrp="1"/>
          </p:cNvSpPr>
          <p:nvPr>
            <p:ph type="subTitle" idx="3"/>
          </p:nvPr>
        </p:nvSpPr>
        <p:spPr>
          <a:xfrm>
            <a:off x="2030147" y="1584938"/>
            <a:ext cx="2706046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ru-RU" dirty="0"/>
              <a:t>Подготовка и архитектура</a:t>
            </a:r>
          </a:p>
        </p:txBody>
      </p:sp>
      <p:sp>
        <p:nvSpPr>
          <p:cNvPr id="992" name="Google Shape;992;p39"/>
          <p:cNvSpPr txBox="1">
            <a:spLocks noGrp="1"/>
          </p:cNvSpPr>
          <p:nvPr>
            <p:ph type="subTitle" idx="1"/>
          </p:nvPr>
        </p:nvSpPr>
        <p:spPr>
          <a:xfrm>
            <a:off x="5852501" y="1584938"/>
            <a:ext cx="2225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-US" dirty="0"/>
              <a:t>Python</a:t>
            </a:r>
          </a:p>
        </p:txBody>
      </p:sp>
      <p:sp>
        <p:nvSpPr>
          <p:cNvPr id="993" name="Google Shape;993;p39"/>
          <p:cNvSpPr txBox="1">
            <a:spLocks noGrp="1"/>
          </p:cNvSpPr>
          <p:nvPr>
            <p:ph type="subTitle" idx="2"/>
          </p:nvPr>
        </p:nvSpPr>
        <p:spPr>
          <a:xfrm>
            <a:off x="5852486" y="1983188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Разработка архитектуры для работы с файлами </a:t>
            </a:r>
            <a:r>
              <a:rPr lang="en-US" dirty="0"/>
              <a:t>Python</a:t>
            </a:r>
            <a:endParaRPr dirty="0"/>
          </a:p>
        </p:txBody>
      </p:sp>
      <p:sp>
        <p:nvSpPr>
          <p:cNvPr id="994" name="Google Shape;994;p39"/>
          <p:cNvSpPr txBox="1">
            <a:spLocks noGrp="1"/>
          </p:cNvSpPr>
          <p:nvPr>
            <p:ph type="subTitle" idx="4"/>
          </p:nvPr>
        </p:nvSpPr>
        <p:spPr>
          <a:xfrm>
            <a:off x="2030136" y="1983188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Получение датасета,  изучение документации, продумывание архитектуры</a:t>
            </a:r>
            <a:endParaRPr dirty="0"/>
          </a:p>
        </p:txBody>
      </p:sp>
      <p:sp>
        <p:nvSpPr>
          <p:cNvPr id="995" name="Google Shape;995;p39"/>
          <p:cNvSpPr txBox="1">
            <a:spLocks noGrp="1"/>
          </p:cNvSpPr>
          <p:nvPr>
            <p:ph type="subTitle" idx="5"/>
          </p:nvPr>
        </p:nvSpPr>
        <p:spPr>
          <a:xfrm>
            <a:off x="5852500" y="3209825"/>
            <a:ext cx="2436483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Проверка</a:t>
            </a:r>
            <a:endParaRPr dirty="0"/>
          </a:p>
        </p:txBody>
      </p:sp>
      <p:sp>
        <p:nvSpPr>
          <p:cNvPr id="996" name="Google Shape;996;p39"/>
          <p:cNvSpPr txBox="1">
            <a:spLocks noGrp="1"/>
          </p:cNvSpPr>
          <p:nvPr>
            <p:ph type="subTitle" idx="6"/>
          </p:nvPr>
        </p:nvSpPr>
        <p:spPr>
          <a:xfrm>
            <a:off x="5852486" y="3608125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997" name="Google Shape;997;p39"/>
          <p:cNvSpPr txBox="1">
            <a:spLocks noGrp="1"/>
          </p:cNvSpPr>
          <p:nvPr>
            <p:ph type="subTitle" idx="7"/>
          </p:nvPr>
        </p:nvSpPr>
        <p:spPr>
          <a:xfrm>
            <a:off x="2030147" y="3209825"/>
            <a:ext cx="2436482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ru-RU" dirty="0"/>
              <a:t>Классификация</a:t>
            </a:r>
          </a:p>
        </p:txBody>
      </p:sp>
      <p:sp>
        <p:nvSpPr>
          <p:cNvPr id="998" name="Google Shape;998;p39"/>
          <p:cNvSpPr txBox="1">
            <a:spLocks noGrp="1"/>
          </p:cNvSpPr>
          <p:nvPr>
            <p:ph type="subTitle" idx="8"/>
          </p:nvPr>
        </p:nvSpPr>
        <p:spPr>
          <a:xfrm>
            <a:off x="2030136" y="3608125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Разработка системы для обработки данных и изображений</a:t>
            </a:r>
            <a:endParaRPr dirty="0"/>
          </a:p>
        </p:txBody>
      </p:sp>
      <p:sp>
        <p:nvSpPr>
          <p:cNvPr id="999" name="Google Shape;999;p39"/>
          <p:cNvSpPr txBox="1">
            <a:spLocks noGrp="1"/>
          </p:cNvSpPr>
          <p:nvPr>
            <p:ph type="title" idx="9"/>
          </p:nvPr>
        </p:nvSpPr>
        <p:spPr>
          <a:xfrm>
            <a:off x="1066100" y="1730988"/>
            <a:ext cx="811500" cy="7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00" name="Google Shape;1000;p39"/>
          <p:cNvSpPr txBox="1">
            <a:spLocks noGrp="1"/>
          </p:cNvSpPr>
          <p:nvPr>
            <p:ph type="title" idx="13"/>
          </p:nvPr>
        </p:nvSpPr>
        <p:spPr>
          <a:xfrm>
            <a:off x="4888597" y="1730988"/>
            <a:ext cx="811500" cy="7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01" name="Google Shape;1001;p39"/>
          <p:cNvSpPr txBox="1">
            <a:spLocks noGrp="1"/>
          </p:cNvSpPr>
          <p:nvPr>
            <p:ph type="title" idx="14"/>
          </p:nvPr>
        </p:nvSpPr>
        <p:spPr>
          <a:xfrm>
            <a:off x="1066100" y="3360275"/>
            <a:ext cx="811500" cy="7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02" name="Google Shape;1002;p39"/>
          <p:cNvSpPr txBox="1">
            <a:spLocks noGrp="1"/>
          </p:cNvSpPr>
          <p:nvPr>
            <p:ph type="title" idx="15"/>
          </p:nvPr>
        </p:nvSpPr>
        <p:spPr>
          <a:xfrm>
            <a:off x="4888597" y="3360296"/>
            <a:ext cx="811500" cy="7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003" name="Google Shape;1003;p39"/>
          <p:cNvGrpSpPr/>
          <p:nvPr/>
        </p:nvGrpSpPr>
        <p:grpSpPr>
          <a:xfrm>
            <a:off x="8230993" y="4281600"/>
            <a:ext cx="863343" cy="805960"/>
            <a:chOff x="7939225" y="342675"/>
            <a:chExt cx="1204777" cy="1124700"/>
          </a:xfrm>
        </p:grpSpPr>
        <p:sp>
          <p:nvSpPr>
            <p:cNvPr id="1004" name="Google Shape;1004;p39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9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9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9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9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9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0" name="Google Shape;1010;p39"/>
          <p:cNvGrpSpPr/>
          <p:nvPr/>
        </p:nvGrpSpPr>
        <p:grpSpPr>
          <a:xfrm>
            <a:off x="7318388" y="191425"/>
            <a:ext cx="1990351" cy="1991301"/>
            <a:chOff x="7318388" y="191425"/>
            <a:chExt cx="1990351" cy="1991301"/>
          </a:xfrm>
        </p:grpSpPr>
        <p:sp>
          <p:nvSpPr>
            <p:cNvPr id="1011" name="Google Shape;1011;p39"/>
            <p:cNvSpPr/>
            <p:nvPr/>
          </p:nvSpPr>
          <p:spPr>
            <a:xfrm rot="-2700000">
              <a:off x="8298192" y="-3456"/>
              <a:ext cx="148492" cy="24997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2" name="Google Shape;1012;p39"/>
            <p:cNvGrpSpPr/>
            <p:nvPr/>
          </p:nvGrpSpPr>
          <p:grpSpPr>
            <a:xfrm>
              <a:off x="7318388" y="191425"/>
              <a:ext cx="569696" cy="567722"/>
              <a:chOff x="7508175" y="354625"/>
              <a:chExt cx="569696" cy="567722"/>
            </a:xfrm>
          </p:grpSpPr>
          <p:sp>
            <p:nvSpPr>
              <p:cNvPr id="1013" name="Google Shape;1013;p39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9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9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9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9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9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9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9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9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9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39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39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39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39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39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9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9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9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9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9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9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9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9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9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9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9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9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9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9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9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9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9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9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9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9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9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9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9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9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9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9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9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9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9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9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9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9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9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9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9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9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9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9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9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9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9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9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9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71" name="Google Shape;1071;p39"/>
          <p:cNvGrpSpPr/>
          <p:nvPr/>
        </p:nvGrpSpPr>
        <p:grpSpPr>
          <a:xfrm>
            <a:off x="8333110" y="433136"/>
            <a:ext cx="1394303" cy="1386859"/>
            <a:chOff x="8333110" y="433136"/>
            <a:chExt cx="1394303" cy="1386859"/>
          </a:xfrm>
        </p:grpSpPr>
        <p:sp>
          <p:nvSpPr>
            <p:cNvPr id="1072" name="Google Shape;1072;p39"/>
            <p:cNvSpPr/>
            <p:nvPr/>
          </p:nvSpPr>
          <p:spPr>
            <a:xfrm rot="-2700000">
              <a:off x="9022102" y="293946"/>
              <a:ext cx="103520" cy="17449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3" name="Google Shape;1073;p39"/>
            <p:cNvGrpSpPr/>
            <p:nvPr/>
          </p:nvGrpSpPr>
          <p:grpSpPr>
            <a:xfrm>
              <a:off x="8333110" y="433136"/>
              <a:ext cx="397705" cy="396327"/>
              <a:chOff x="7508175" y="354625"/>
              <a:chExt cx="569696" cy="567722"/>
            </a:xfrm>
          </p:grpSpPr>
          <p:sp>
            <p:nvSpPr>
              <p:cNvPr id="1074" name="Google Shape;1074;p39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9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9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9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9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9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9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9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9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9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9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9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9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9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9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9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9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9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9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9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9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9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9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9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9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9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9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9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9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9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9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9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9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9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9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9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9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9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9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9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9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9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9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9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9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9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9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9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9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9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9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9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9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9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9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9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9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9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>
          <a:extLst>
            <a:ext uri="{FF2B5EF4-FFF2-40B4-BE49-F238E27FC236}">
              <a16:creationId xmlns:a16="http://schemas.microsoft.com/office/drawing/2014/main" id="{BDB1A066-765B-1063-3BB9-5217AE432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9">
            <a:extLst>
              <a:ext uri="{FF2B5EF4-FFF2-40B4-BE49-F238E27FC236}">
                <a16:creationId xmlns:a16="http://schemas.microsoft.com/office/drawing/2014/main" id="{2ECC4C09-058A-B7CD-87F2-FBB68F41F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accent2"/>
                </a:solidFill>
              </a:rPr>
              <a:t>План по зачистки данных день 2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991" name="Google Shape;991;p39">
            <a:extLst>
              <a:ext uri="{FF2B5EF4-FFF2-40B4-BE49-F238E27FC236}">
                <a16:creationId xmlns:a16="http://schemas.microsoft.com/office/drawing/2014/main" id="{5B08A661-04F9-88D9-5095-2EFE547C3D8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030147" y="1584938"/>
            <a:ext cx="2706046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ru-RU" dirty="0"/>
              <a:t>Продолжение работы </a:t>
            </a:r>
          </a:p>
        </p:txBody>
      </p:sp>
      <p:sp>
        <p:nvSpPr>
          <p:cNvPr id="992" name="Google Shape;992;p39">
            <a:extLst>
              <a:ext uri="{FF2B5EF4-FFF2-40B4-BE49-F238E27FC236}">
                <a16:creationId xmlns:a16="http://schemas.microsoft.com/office/drawing/2014/main" id="{A230F1D8-47A1-64C0-4734-13783AC1BD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852501" y="1584938"/>
            <a:ext cx="2225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Модификация скриптов</a:t>
            </a:r>
            <a:endParaRPr dirty="0"/>
          </a:p>
        </p:txBody>
      </p:sp>
      <p:sp>
        <p:nvSpPr>
          <p:cNvPr id="993" name="Google Shape;993;p39">
            <a:extLst>
              <a:ext uri="{FF2B5EF4-FFF2-40B4-BE49-F238E27FC236}">
                <a16:creationId xmlns:a16="http://schemas.microsoft.com/office/drawing/2014/main" id="{78631173-33BE-FCFD-48FF-3790EDBCEFF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852486" y="1983188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Улучшаем алгоритм проверки и поиска ПД</a:t>
            </a:r>
            <a:endParaRPr dirty="0"/>
          </a:p>
        </p:txBody>
      </p:sp>
      <p:sp>
        <p:nvSpPr>
          <p:cNvPr id="994" name="Google Shape;994;p39">
            <a:extLst>
              <a:ext uri="{FF2B5EF4-FFF2-40B4-BE49-F238E27FC236}">
                <a16:creationId xmlns:a16="http://schemas.microsoft.com/office/drawing/2014/main" id="{855760BF-D97E-42FD-5C9D-98D0DE353CF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030136" y="1983188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Стремимся к </a:t>
            </a:r>
            <a:r>
              <a:rPr lang="ru-RU" dirty="0" err="1"/>
              <a:t>бомбезной</a:t>
            </a:r>
            <a:r>
              <a:rPr lang="ru-RU" dirty="0"/>
              <a:t> победе</a:t>
            </a:r>
            <a:endParaRPr dirty="0"/>
          </a:p>
        </p:txBody>
      </p:sp>
      <p:sp>
        <p:nvSpPr>
          <p:cNvPr id="995" name="Google Shape;995;p39">
            <a:extLst>
              <a:ext uri="{FF2B5EF4-FFF2-40B4-BE49-F238E27FC236}">
                <a16:creationId xmlns:a16="http://schemas.microsoft.com/office/drawing/2014/main" id="{E7F3E452-1568-BB47-58EE-72F294D151AC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852501" y="3209825"/>
            <a:ext cx="2746602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Финальный результат работы</a:t>
            </a:r>
            <a:endParaRPr dirty="0"/>
          </a:p>
        </p:txBody>
      </p:sp>
      <p:sp>
        <p:nvSpPr>
          <p:cNvPr id="996" name="Google Shape;996;p39">
            <a:extLst>
              <a:ext uri="{FF2B5EF4-FFF2-40B4-BE49-F238E27FC236}">
                <a16:creationId xmlns:a16="http://schemas.microsoft.com/office/drawing/2014/main" id="{51781352-2D24-3C34-B199-42962B022F1A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5852486" y="3608125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Подведение итогов</a:t>
            </a:r>
            <a:endParaRPr dirty="0"/>
          </a:p>
        </p:txBody>
      </p:sp>
      <p:sp>
        <p:nvSpPr>
          <p:cNvPr id="997" name="Google Shape;997;p39">
            <a:extLst>
              <a:ext uri="{FF2B5EF4-FFF2-40B4-BE49-F238E27FC236}">
                <a16:creationId xmlns:a16="http://schemas.microsoft.com/office/drawing/2014/main" id="{BCD3BBDB-0BC7-2411-F542-E1E7B6994DA5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2030147" y="3209825"/>
            <a:ext cx="2225400" cy="5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Улучшение результатов</a:t>
            </a:r>
            <a:endParaRPr dirty="0"/>
          </a:p>
        </p:txBody>
      </p:sp>
      <p:sp>
        <p:nvSpPr>
          <p:cNvPr id="998" name="Google Shape;998;p39">
            <a:extLst>
              <a:ext uri="{FF2B5EF4-FFF2-40B4-BE49-F238E27FC236}">
                <a16:creationId xmlns:a16="http://schemas.microsoft.com/office/drawing/2014/main" id="{D93E3089-09F1-954B-54CA-974423E2F38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2030136" y="3608125"/>
            <a:ext cx="2225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Проверяем работу и результат</a:t>
            </a:r>
            <a:endParaRPr dirty="0"/>
          </a:p>
        </p:txBody>
      </p:sp>
      <p:sp>
        <p:nvSpPr>
          <p:cNvPr id="999" name="Google Shape;999;p39">
            <a:extLst>
              <a:ext uri="{FF2B5EF4-FFF2-40B4-BE49-F238E27FC236}">
                <a16:creationId xmlns:a16="http://schemas.microsoft.com/office/drawing/2014/main" id="{21FD5F8A-3C9F-6FC0-4007-7F3F7C62CC36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1066100" y="1730988"/>
            <a:ext cx="811500" cy="7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00" name="Google Shape;1000;p39">
            <a:extLst>
              <a:ext uri="{FF2B5EF4-FFF2-40B4-BE49-F238E27FC236}">
                <a16:creationId xmlns:a16="http://schemas.microsoft.com/office/drawing/2014/main" id="{B316E7DB-46E0-8BEE-329A-47DABFFA686B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4888597" y="1730988"/>
            <a:ext cx="811500" cy="7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01" name="Google Shape;1001;p39">
            <a:extLst>
              <a:ext uri="{FF2B5EF4-FFF2-40B4-BE49-F238E27FC236}">
                <a16:creationId xmlns:a16="http://schemas.microsoft.com/office/drawing/2014/main" id="{360C0FEB-005A-8755-A0B0-4611D9D3CE14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1066100" y="3360275"/>
            <a:ext cx="811500" cy="7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02" name="Google Shape;1002;p39">
            <a:extLst>
              <a:ext uri="{FF2B5EF4-FFF2-40B4-BE49-F238E27FC236}">
                <a16:creationId xmlns:a16="http://schemas.microsoft.com/office/drawing/2014/main" id="{30BBC3E7-EFF2-BBFE-0ABA-88EDC50FC8B6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4888597" y="3360296"/>
            <a:ext cx="811500" cy="7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003" name="Google Shape;1003;p39">
            <a:extLst>
              <a:ext uri="{FF2B5EF4-FFF2-40B4-BE49-F238E27FC236}">
                <a16:creationId xmlns:a16="http://schemas.microsoft.com/office/drawing/2014/main" id="{0B851E3F-B878-29DF-0AAA-F93D505F8E45}"/>
              </a:ext>
            </a:extLst>
          </p:cNvPr>
          <p:cNvGrpSpPr/>
          <p:nvPr/>
        </p:nvGrpSpPr>
        <p:grpSpPr>
          <a:xfrm>
            <a:off x="8230993" y="4281600"/>
            <a:ext cx="863343" cy="805960"/>
            <a:chOff x="7939225" y="342675"/>
            <a:chExt cx="1204777" cy="1124700"/>
          </a:xfrm>
        </p:grpSpPr>
        <p:sp>
          <p:nvSpPr>
            <p:cNvPr id="1004" name="Google Shape;1004;p39">
              <a:extLst>
                <a:ext uri="{FF2B5EF4-FFF2-40B4-BE49-F238E27FC236}">
                  <a16:creationId xmlns:a16="http://schemas.microsoft.com/office/drawing/2014/main" id="{B262F852-8EBD-C67A-E996-2C8D135BCE8F}"/>
                </a:ext>
              </a:extLst>
            </p:cNvPr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9">
              <a:extLst>
                <a:ext uri="{FF2B5EF4-FFF2-40B4-BE49-F238E27FC236}">
                  <a16:creationId xmlns:a16="http://schemas.microsoft.com/office/drawing/2014/main" id="{2739694C-7315-A9C5-D6F7-DE9C9CE12DC8}"/>
                </a:ext>
              </a:extLst>
            </p:cNvPr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9">
              <a:extLst>
                <a:ext uri="{FF2B5EF4-FFF2-40B4-BE49-F238E27FC236}">
                  <a16:creationId xmlns:a16="http://schemas.microsoft.com/office/drawing/2014/main" id="{B2B900DF-66B3-37D3-F3EA-0AA79C99B683}"/>
                </a:ext>
              </a:extLst>
            </p:cNvPr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9">
              <a:extLst>
                <a:ext uri="{FF2B5EF4-FFF2-40B4-BE49-F238E27FC236}">
                  <a16:creationId xmlns:a16="http://schemas.microsoft.com/office/drawing/2014/main" id="{81B2A3BE-2BAC-3AD5-215C-17CABF3E44B7}"/>
                </a:ext>
              </a:extLst>
            </p:cNvPr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9">
              <a:extLst>
                <a:ext uri="{FF2B5EF4-FFF2-40B4-BE49-F238E27FC236}">
                  <a16:creationId xmlns:a16="http://schemas.microsoft.com/office/drawing/2014/main" id="{93CE3DE8-1C62-4A74-9EF1-8C93B90D9257}"/>
                </a:ext>
              </a:extLst>
            </p:cNvPr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9">
              <a:extLst>
                <a:ext uri="{FF2B5EF4-FFF2-40B4-BE49-F238E27FC236}">
                  <a16:creationId xmlns:a16="http://schemas.microsoft.com/office/drawing/2014/main" id="{E1E430E4-71F3-D2C7-4454-A2F083FC9322}"/>
                </a:ext>
              </a:extLst>
            </p:cNvPr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0" name="Google Shape;1010;p39">
            <a:extLst>
              <a:ext uri="{FF2B5EF4-FFF2-40B4-BE49-F238E27FC236}">
                <a16:creationId xmlns:a16="http://schemas.microsoft.com/office/drawing/2014/main" id="{561C2EF1-4BBF-2C5A-534A-3D29FEFC4D73}"/>
              </a:ext>
            </a:extLst>
          </p:cNvPr>
          <p:cNvGrpSpPr/>
          <p:nvPr/>
        </p:nvGrpSpPr>
        <p:grpSpPr>
          <a:xfrm>
            <a:off x="7318388" y="191425"/>
            <a:ext cx="1990351" cy="1991301"/>
            <a:chOff x="7318388" y="191425"/>
            <a:chExt cx="1990351" cy="1991301"/>
          </a:xfrm>
        </p:grpSpPr>
        <p:sp>
          <p:nvSpPr>
            <p:cNvPr id="1011" name="Google Shape;1011;p39">
              <a:extLst>
                <a:ext uri="{FF2B5EF4-FFF2-40B4-BE49-F238E27FC236}">
                  <a16:creationId xmlns:a16="http://schemas.microsoft.com/office/drawing/2014/main" id="{7E850D0A-EC77-2AB5-3A92-B11062F95942}"/>
                </a:ext>
              </a:extLst>
            </p:cNvPr>
            <p:cNvSpPr/>
            <p:nvPr/>
          </p:nvSpPr>
          <p:spPr>
            <a:xfrm rot="-2700000">
              <a:off x="8298192" y="-3456"/>
              <a:ext cx="148492" cy="24997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2" name="Google Shape;1012;p39">
              <a:extLst>
                <a:ext uri="{FF2B5EF4-FFF2-40B4-BE49-F238E27FC236}">
                  <a16:creationId xmlns:a16="http://schemas.microsoft.com/office/drawing/2014/main" id="{5E8E18D7-5DAD-8168-EF16-9C228C289BAB}"/>
                </a:ext>
              </a:extLst>
            </p:cNvPr>
            <p:cNvGrpSpPr/>
            <p:nvPr/>
          </p:nvGrpSpPr>
          <p:grpSpPr>
            <a:xfrm>
              <a:off x="7318388" y="191425"/>
              <a:ext cx="569696" cy="567722"/>
              <a:chOff x="7508175" y="354625"/>
              <a:chExt cx="569696" cy="567722"/>
            </a:xfrm>
          </p:grpSpPr>
          <p:sp>
            <p:nvSpPr>
              <p:cNvPr id="1013" name="Google Shape;1013;p39">
                <a:extLst>
                  <a:ext uri="{FF2B5EF4-FFF2-40B4-BE49-F238E27FC236}">
                    <a16:creationId xmlns:a16="http://schemas.microsoft.com/office/drawing/2014/main" id="{6ABCCBE7-2E17-830C-A845-040A21BE7CFD}"/>
                  </a:ext>
                </a:extLst>
              </p:cNvPr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9">
                <a:extLst>
                  <a:ext uri="{FF2B5EF4-FFF2-40B4-BE49-F238E27FC236}">
                    <a16:creationId xmlns:a16="http://schemas.microsoft.com/office/drawing/2014/main" id="{2142ECFB-60A0-7270-BE52-350197EA4532}"/>
                  </a:ext>
                </a:extLst>
              </p:cNvPr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9">
                <a:extLst>
                  <a:ext uri="{FF2B5EF4-FFF2-40B4-BE49-F238E27FC236}">
                    <a16:creationId xmlns:a16="http://schemas.microsoft.com/office/drawing/2014/main" id="{6067B811-79E3-0B35-53E1-A09D1A830EC1}"/>
                  </a:ext>
                </a:extLst>
              </p:cNvPr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9">
                <a:extLst>
                  <a:ext uri="{FF2B5EF4-FFF2-40B4-BE49-F238E27FC236}">
                    <a16:creationId xmlns:a16="http://schemas.microsoft.com/office/drawing/2014/main" id="{69047FE4-6960-6713-D950-D16040A85DEC}"/>
                  </a:ext>
                </a:extLst>
              </p:cNvPr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9">
                <a:extLst>
                  <a:ext uri="{FF2B5EF4-FFF2-40B4-BE49-F238E27FC236}">
                    <a16:creationId xmlns:a16="http://schemas.microsoft.com/office/drawing/2014/main" id="{85AA96A6-3ED6-C5DF-7254-F1B482A60225}"/>
                  </a:ext>
                </a:extLst>
              </p:cNvPr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9">
                <a:extLst>
                  <a:ext uri="{FF2B5EF4-FFF2-40B4-BE49-F238E27FC236}">
                    <a16:creationId xmlns:a16="http://schemas.microsoft.com/office/drawing/2014/main" id="{D2DE8811-1C98-1C10-239B-B4241A6288A1}"/>
                  </a:ext>
                </a:extLst>
              </p:cNvPr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9">
                <a:extLst>
                  <a:ext uri="{FF2B5EF4-FFF2-40B4-BE49-F238E27FC236}">
                    <a16:creationId xmlns:a16="http://schemas.microsoft.com/office/drawing/2014/main" id="{B328296D-E144-804E-C11D-ACD893D748EA}"/>
                  </a:ext>
                </a:extLst>
              </p:cNvPr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9">
                <a:extLst>
                  <a:ext uri="{FF2B5EF4-FFF2-40B4-BE49-F238E27FC236}">
                    <a16:creationId xmlns:a16="http://schemas.microsoft.com/office/drawing/2014/main" id="{D8FEEB8E-8C13-92A5-A398-B5BB5BC6E0DB}"/>
                  </a:ext>
                </a:extLst>
              </p:cNvPr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39">
                <a:extLst>
                  <a:ext uri="{FF2B5EF4-FFF2-40B4-BE49-F238E27FC236}">
                    <a16:creationId xmlns:a16="http://schemas.microsoft.com/office/drawing/2014/main" id="{26806728-DC14-0EA4-9A0F-980B9DCF7456}"/>
                  </a:ext>
                </a:extLst>
              </p:cNvPr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9">
                <a:extLst>
                  <a:ext uri="{FF2B5EF4-FFF2-40B4-BE49-F238E27FC236}">
                    <a16:creationId xmlns:a16="http://schemas.microsoft.com/office/drawing/2014/main" id="{B1FD9110-2D9C-97C5-9783-4659F546122C}"/>
                  </a:ext>
                </a:extLst>
              </p:cNvPr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39">
                <a:extLst>
                  <a:ext uri="{FF2B5EF4-FFF2-40B4-BE49-F238E27FC236}">
                    <a16:creationId xmlns:a16="http://schemas.microsoft.com/office/drawing/2014/main" id="{D6A3D458-59C8-D3D6-D077-942FA2855B7F}"/>
                  </a:ext>
                </a:extLst>
              </p:cNvPr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39">
                <a:extLst>
                  <a:ext uri="{FF2B5EF4-FFF2-40B4-BE49-F238E27FC236}">
                    <a16:creationId xmlns:a16="http://schemas.microsoft.com/office/drawing/2014/main" id="{F4490284-3A94-3EEE-EF87-1B393E38813F}"/>
                  </a:ext>
                </a:extLst>
              </p:cNvPr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39">
                <a:extLst>
                  <a:ext uri="{FF2B5EF4-FFF2-40B4-BE49-F238E27FC236}">
                    <a16:creationId xmlns:a16="http://schemas.microsoft.com/office/drawing/2014/main" id="{0EF344EE-47A5-551D-8143-A3332E4FF459}"/>
                  </a:ext>
                </a:extLst>
              </p:cNvPr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39">
                <a:extLst>
                  <a:ext uri="{FF2B5EF4-FFF2-40B4-BE49-F238E27FC236}">
                    <a16:creationId xmlns:a16="http://schemas.microsoft.com/office/drawing/2014/main" id="{3FBC60A6-26A7-B8F9-8C28-CCD39A98B37F}"/>
                  </a:ext>
                </a:extLst>
              </p:cNvPr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39">
                <a:extLst>
                  <a:ext uri="{FF2B5EF4-FFF2-40B4-BE49-F238E27FC236}">
                    <a16:creationId xmlns:a16="http://schemas.microsoft.com/office/drawing/2014/main" id="{B18AB722-3B19-B24E-9AC6-9128C3D60FC1}"/>
                  </a:ext>
                </a:extLst>
              </p:cNvPr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9">
                <a:extLst>
                  <a:ext uri="{FF2B5EF4-FFF2-40B4-BE49-F238E27FC236}">
                    <a16:creationId xmlns:a16="http://schemas.microsoft.com/office/drawing/2014/main" id="{12F66DFC-4589-9433-19A4-3C66D0877972}"/>
                  </a:ext>
                </a:extLst>
              </p:cNvPr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9">
                <a:extLst>
                  <a:ext uri="{FF2B5EF4-FFF2-40B4-BE49-F238E27FC236}">
                    <a16:creationId xmlns:a16="http://schemas.microsoft.com/office/drawing/2014/main" id="{52D5B013-6A85-74F4-35C1-61D6CEAFB038}"/>
                  </a:ext>
                </a:extLst>
              </p:cNvPr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9">
                <a:extLst>
                  <a:ext uri="{FF2B5EF4-FFF2-40B4-BE49-F238E27FC236}">
                    <a16:creationId xmlns:a16="http://schemas.microsoft.com/office/drawing/2014/main" id="{4020F162-FA07-5AED-8230-82C0101631E2}"/>
                  </a:ext>
                </a:extLst>
              </p:cNvPr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9">
                <a:extLst>
                  <a:ext uri="{FF2B5EF4-FFF2-40B4-BE49-F238E27FC236}">
                    <a16:creationId xmlns:a16="http://schemas.microsoft.com/office/drawing/2014/main" id="{41CE7269-FF60-F244-EC4C-7CB70C30F05E}"/>
                  </a:ext>
                </a:extLst>
              </p:cNvPr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9">
                <a:extLst>
                  <a:ext uri="{FF2B5EF4-FFF2-40B4-BE49-F238E27FC236}">
                    <a16:creationId xmlns:a16="http://schemas.microsoft.com/office/drawing/2014/main" id="{4033B2AA-1850-7CB6-125B-5B890D12EB92}"/>
                  </a:ext>
                </a:extLst>
              </p:cNvPr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9">
                <a:extLst>
                  <a:ext uri="{FF2B5EF4-FFF2-40B4-BE49-F238E27FC236}">
                    <a16:creationId xmlns:a16="http://schemas.microsoft.com/office/drawing/2014/main" id="{240A542E-2638-127E-4679-D81FA74D0999}"/>
                  </a:ext>
                </a:extLst>
              </p:cNvPr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9">
                <a:extLst>
                  <a:ext uri="{FF2B5EF4-FFF2-40B4-BE49-F238E27FC236}">
                    <a16:creationId xmlns:a16="http://schemas.microsoft.com/office/drawing/2014/main" id="{C5CD7C6F-F989-DA48-B5C6-1C0DBA3F7DAA}"/>
                  </a:ext>
                </a:extLst>
              </p:cNvPr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9">
                <a:extLst>
                  <a:ext uri="{FF2B5EF4-FFF2-40B4-BE49-F238E27FC236}">
                    <a16:creationId xmlns:a16="http://schemas.microsoft.com/office/drawing/2014/main" id="{EA3EC578-E8C5-3AF4-328A-1D346364AE27}"/>
                  </a:ext>
                </a:extLst>
              </p:cNvPr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9">
                <a:extLst>
                  <a:ext uri="{FF2B5EF4-FFF2-40B4-BE49-F238E27FC236}">
                    <a16:creationId xmlns:a16="http://schemas.microsoft.com/office/drawing/2014/main" id="{5FC473D0-A521-DF02-0B98-869B2B276AA5}"/>
                  </a:ext>
                </a:extLst>
              </p:cNvPr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9">
                <a:extLst>
                  <a:ext uri="{FF2B5EF4-FFF2-40B4-BE49-F238E27FC236}">
                    <a16:creationId xmlns:a16="http://schemas.microsoft.com/office/drawing/2014/main" id="{EE0B924A-1E8B-61F5-1ADA-1F25D4AD27CD}"/>
                  </a:ext>
                </a:extLst>
              </p:cNvPr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9">
                <a:extLst>
                  <a:ext uri="{FF2B5EF4-FFF2-40B4-BE49-F238E27FC236}">
                    <a16:creationId xmlns:a16="http://schemas.microsoft.com/office/drawing/2014/main" id="{651D0864-1015-09C9-8182-88FCFD2F6A37}"/>
                  </a:ext>
                </a:extLst>
              </p:cNvPr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9">
                <a:extLst>
                  <a:ext uri="{FF2B5EF4-FFF2-40B4-BE49-F238E27FC236}">
                    <a16:creationId xmlns:a16="http://schemas.microsoft.com/office/drawing/2014/main" id="{CCCB4385-645D-71C9-0FF2-411499D7A671}"/>
                  </a:ext>
                </a:extLst>
              </p:cNvPr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9">
                <a:extLst>
                  <a:ext uri="{FF2B5EF4-FFF2-40B4-BE49-F238E27FC236}">
                    <a16:creationId xmlns:a16="http://schemas.microsoft.com/office/drawing/2014/main" id="{F46C702C-713A-C3BB-71E7-9DE9D47E8A9D}"/>
                  </a:ext>
                </a:extLst>
              </p:cNvPr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9">
                <a:extLst>
                  <a:ext uri="{FF2B5EF4-FFF2-40B4-BE49-F238E27FC236}">
                    <a16:creationId xmlns:a16="http://schemas.microsoft.com/office/drawing/2014/main" id="{306B3B29-25C4-133F-F185-A99B81BCAC12}"/>
                  </a:ext>
                </a:extLst>
              </p:cNvPr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9">
                <a:extLst>
                  <a:ext uri="{FF2B5EF4-FFF2-40B4-BE49-F238E27FC236}">
                    <a16:creationId xmlns:a16="http://schemas.microsoft.com/office/drawing/2014/main" id="{98F27080-9603-8366-9E72-895FF2BACEDC}"/>
                  </a:ext>
                </a:extLst>
              </p:cNvPr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9">
                <a:extLst>
                  <a:ext uri="{FF2B5EF4-FFF2-40B4-BE49-F238E27FC236}">
                    <a16:creationId xmlns:a16="http://schemas.microsoft.com/office/drawing/2014/main" id="{77AA7577-30FE-9361-0ED9-D23C77F60FDF}"/>
                  </a:ext>
                </a:extLst>
              </p:cNvPr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9">
                <a:extLst>
                  <a:ext uri="{FF2B5EF4-FFF2-40B4-BE49-F238E27FC236}">
                    <a16:creationId xmlns:a16="http://schemas.microsoft.com/office/drawing/2014/main" id="{796D401C-4872-3123-1670-899189EA2083}"/>
                  </a:ext>
                </a:extLst>
              </p:cNvPr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9">
                <a:extLst>
                  <a:ext uri="{FF2B5EF4-FFF2-40B4-BE49-F238E27FC236}">
                    <a16:creationId xmlns:a16="http://schemas.microsoft.com/office/drawing/2014/main" id="{0D3AB6BA-2F34-85B9-91B6-7AB09DBB3054}"/>
                  </a:ext>
                </a:extLst>
              </p:cNvPr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9">
                <a:extLst>
                  <a:ext uri="{FF2B5EF4-FFF2-40B4-BE49-F238E27FC236}">
                    <a16:creationId xmlns:a16="http://schemas.microsoft.com/office/drawing/2014/main" id="{C5A1E83B-3939-0789-98B9-8174A06E8662}"/>
                  </a:ext>
                </a:extLst>
              </p:cNvPr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9">
                <a:extLst>
                  <a:ext uri="{FF2B5EF4-FFF2-40B4-BE49-F238E27FC236}">
                    <a16:creationId xmlns:a16="http://schemas.microsoft.com/office/drawing/2014/main" id="{548E668A-9E33-3158-2002-DF44642A06EA}"/>
                  </a:ext>
                </a:extLst>
              </p:cNvPr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9">
                <a:extLst>
                  <a:ext uri="{FF2B5EF4-FFF2-40B4-BE49-F238E27FC236}">
                    <a16:creationId xmlns:a16="http://schemas.microsoft.com/office/drawing/2014/main" id="{CAB3A96B-3568-C68C-E21A-567CA84ED5BC}"/>
                  </a:ext>
                </a:extLst>
              </p:cNvPr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9">
                <a:extLst>
                  <a:ext uri="{FF2B5EF4-FFF2-40B4-BE49-F238E27FC236}">
                    <a16:creationId xmlns:a16="http://schemas.microsoft.com/office/drawing/2014/main" id="{832E17C1-D044-88B2-2D2A-A94BBB56BC3F}"/>
                  </a:ext>
                </a:extLst>
              </p:cNvPr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9">
                <a:extLst>
                  <a:ext uri="{FF2B5EF4-FFF2-40B4-BE49-F238E27FC236}">
                    <a16:creationId xmlns:a16="http://schemas.microsoft.com/office/drawing/2014/main" id="{34E19B96-995A-EAA7-3262-704649F03468}"/>
                  </a:ext>
                </a:extLst>
              </p:cNvPr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9">
                <a:extLst>
                  <a:ext uri="{FF2B5EF4-FFF2-40B4-BE49-F238E27FC236}">
                    <a16:creationId xmlns:a16="http://schemas.microsoft.com/office/drawing/2014/main" id="{70671852-607B-A140-7404-27B41A8EF7E8}"/>
                  </a:ext>
                </a:extLst>
              </p:cNvPr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9">
                <a:extLst>
                  <a:ext uri="{FF2B5EF4-FFF2-40B4-BE49-F238E27FC236}">
                    <a16:creationId xmlns:a16="http://schemas.microsoft.com/office/drawing/2014/main" id="{3D0F035C-17C0-3AAD-1EFF-8FA74685E451}"/>
                  </a:ext>
                </a:extLst>
              </p:cNvPr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9">
                <a:extLst>
                  <a:ext uri="{FF2B5EF4-FFF2-40B4-BE49-F238E27FC236}">
                    <a16:creationId xmlns:a16="http://schemas.microsoft.com/office/drawing/2014/main" id="{CC59E5E6-5DC3-61DD-C90E-CD18C611DDC6}"/>
                  </a:ext>
                </a:extLst>
              </p:cNvPr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9">
                <a:extLst>
                  <a:ext uri="{FF2B5EF4-FFF2-40B4-BE49-F238E27FC236}">
                    <a16:creationId xmlns:a16="http://schemas.microsoft.com/office/drawing/2014/main" id="{FD6E9186-B157-D28C-ED9E-99189608A5A0}"/>
                  </a:ext>
                </a:extLst>
              </p:cNvPr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9">
                <a:extLst>
                  <a:ext uri="{FF2B5EF4-FFF2-40B4-BE49-F238E27FC236}">
                    <a16:creationId xmlns:a16="http://schemas.microsoft.com/office/drawing/2014/main" id="{B4352B1E-A7F9-B4AA-C744-6BDC2C5E3E83}"/>
                  </a:ext>
                </a:extLst>
              </p:cNvPr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9">
                <a:extLst>
                  <a:ext uri="{FF2B5EF4-FFF2-40B4-BE49-F238E27FC236}">
                    <a16:creationId xmlns:a16="http://schemas.microsoft.com/office/drawing/2014/main" id="{8B41F38A-F1CB-C3FD-B196-6189ABC85F2F}"/>
                  </a:ext>
                </a:extLst>
              </p:cNvPr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9">
                <a:extLst>
                  <a:ext uri="{FF2B5EF4-FFF2-40B4-BE49-F238E27FC236}">
                    <a16:creationId xmlns:a16="http://schemas.microsoft.com/office/drawing/2014/main" id="{2E604C3D-5FF8-85FB-D7A9-21D21AADE39B}"/>
                  </a:ext>
                </a:extLst>
              </p:cNvPr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9">
                <a:extLst>
                  <a:ext uri="{FF2B5EF4-FFF2-40B4-BE49-F238E27FC236}">
                    <a16:creationId xmlns:a16="http://schemas.microsoft.com/office/drawing/2014/main" id="{D2C56901-E5D1-544C-2EB2-A6A4862B1AB6}"/>
                  </a:ext>
                </a:extLst>
              </p:cNvPr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9">
                <a:extLst>
                  <a:ext uri="{FF2B5EF4-FFF2-40B4-BE49-F238E27FC236}">
                    <a16:creationId xmlns:a16="http://schemas.microsoft.com/office/drawing/2014/main" id="{E7EC28F8-5D00-CC90-F15D-09F5A2B77103}"/>
                  </a:ext>
                </a:extLst>
              </p:cNvPr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9">
                <a:extLst>
                  <a:ext uri="{FF2B5EF4-FFF2-40B4-BE49-F238E27FC236}">
                    <a16:creationId xmlns:a16="http://schemas.microsoft.com/office/drawing/2014/main" id="{98FF0404-1F0B-765C-6AB7-A8820642780A}"/>
                  </a:ext>
                </a:extLst>
              </p:cNvPr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9">
                <a:extLst>
                  <a:ext uri="{FF2B5EF4-FFF2-40B4-BE49-F238E27FC236}">
                    <a16:creationId xmlns:a16="http://schemas.microsoft.com/office/drawing/2014/main" id="{FB500225-9FED-EDCB-BAB0-52B201D4F602}"/>
                  </a:ext>
                </a:extLst>
              </p:cNvPr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9">
                <a:extLst>
                  <a:ext uri="{FF2B5EF4-FFF2-40B4-BE49-F238E27FC236}">
                    <a16:creationId xmlns:a16="http://schemas.microsoft.com/office/drawing/2014/main" id="{1E1D5268-09E4-C4DE-78B5-D951FF71CDD7}"/>
                  </a:ext>
                </a:extLst>
              </p:cNvPr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9">
                <a:extLst>
                  <a:ext uri="{FF2B5EF4-FFF2-40B4-BE49-F238E27FC236}">
                    <a16:creationId xmlns:a16="http://schemas.microsoft.com/office/drawing/2014/main" id="{C85A08DF-B071-B943-F8FF-36DED0A84095}"/>
                  </a:ext>
                </a:extLst>
              </p:cNvPr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9">
                <a:extLst>
                  <a:ext uri="{FF2B5EF4-FFF2-40B4-BE49-F238E27FC236}">
                    <a16:creationId xmlns:a16="http://schemas.microsoft.com/office/drawing/2014/main" id="{970586FA-9384-3132-3D87-121739E05BB4}"/>
                  </a:ext>
                </a:extLst>
              </p:cNvPr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9">
                <a:extLst>
                  <a:ext uri="{FF2B5EF4-FFF2-40B4-BE49-F238E27FC236}">
                    <a16:creationId xmlns:a16="http://schemas.microsoft.com/office/drawing/2014/main" id="{334EECE5-B3B1-02FD-5CCC-ABDF869B66CE}"/>
                  </a:ext>
                </a:extLst>
              </p:cNvPr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9">
                <a:extLst>
                  <a:ext uri="{FF2B5EF4-FFF2-40B4-BE49-F238E27FC236}">
                    <a16:creationId xmlns:a16="http://schemas.microsoft.com/office/drawing/2014/main" id="{FE748EAD-A7E0-7E4B-06B1-73F8EA5007B3}"/>
                  </a:ext>
                </a:extLst>
              </p:cNvPr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9">
                <a:extLst>
                  <a:ext uri="{FF2B5EF4-FFF2-40B4-BE49-F238E27FC236}">
                    <a16:creationId xmlns:a16="http://schemas.microsoft.com/office/drawing/2014/main" id="{B08823B5-A8C0-DDFE-93A5-920CF25F7AE8}"/>
                  </a:ext>
                </a:extLst>
              </p:cNvPr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9">
                <a:extLst>
                  <a:ext uri="{FF2B5EF4-FFF2-40B4-BE49-F238E27FC236}">
                    <a16:creationId xmlns:a16="http://schemas.microsoft.com/office/drawing/2014/main" id="{5B8EF393-3D50-3D93-1554-C778B4908734}"/>
                  </a:ext>
                </a:extLst>
              </p:cNvPr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9">
                <a:extLst>
                  <a:ext uri="{FF2B5EF4-FFF2-40B4-BE49-F238E27FC236}">
                    <a16:creationId xmlns:a16="http://schemas.microsoft.com/office/drawing/2014/main" id="{71E52FF0-D94D-CDAF-DB6E-40D72977F274}"/>
                  </a:ext>
                </a:extLst>
              </p:cNvPr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9">
                <a:extLst>
                  <a:ext uri="{FF2B5EF4-FFF2-40B4-BE49-F238E27FC236}">
                    <a16:creationId xmlns:a16="http://schemas.microsoft.com/office/drawing/2014/main" id="{BBFC9F2B-AF3F-CAC3-F21D-F6DA7CC9F156}"/>
                  </a:ext>
                </a:extLst>
              </p:cNvPr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71" name="Google Shape;1071;p39">
            <a:extLst>
              <a:ext uri="{FF2B5EF4-FFF2-40B4-BE49-F238E27FC236}">
                <a16:creationId xmlns:a16="http://schemas.microsoft.com/office/drawing/2014/main" id="{9A14AC5C-7440-DE89-B459-7ABD1BA74579}"/>
              </a:ext>
            </a:extLst>
          </p:cNvPr>
          <p:cNvGrpSpPr/>
          <p:nvPr/>
        </p:nvGrpSpPr>
        <p:grpSpPr>
          <a:xfrm>
            <a:off x="8333110" y="433136"/>
            <a:ext cx="1394303" cy="1386859"/>
            <a:chOff x="8333110" y="433136"/>
            <a:chExt cx="1394303" cy="1386859"/>
          </a:xfrm>
        </p:grpSpPr>
        <p:sp>
          <p:nvSpPr>
            <p:cNvPr id="1072" name="Google Shape;1072;p39">
              <a:extLst>
                <a:ext uri="{FF2B5EF4-FFF2-40B4-BE49-F238E27FC236}">
                  <a16:creationId xmlns:a16="http://schemas.microsoft.com/office/drawing/2014/main" id="{82F2284B-9423-D3D7-3D7E-0460D659DFC9}"/>
                </a:ext>
              </a:extLst>
            </p:cNvPr>
            <p:cNvSpPr/>
            <p:nvPr/>
          </p:nvSpPr>
          <p:spPr>
            <a:xfrm rot="-2700000">
              <a:off x="9022102" y="293946"/>
              <a:ext cx="103520" cy="17449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3" name="Google Shape;1073;p39">
              <a:extLst>
                <a:ext uri="{FF2B5EF4-FFF2-40B4-BE49-F238E27FC236}">
                  <a16:creationId xmlns:a16="http://schemas.microsoft.com/office/drawing/2014/main" id="{F88DFEC3-1705-59FC-A1C6-D46DD5121027}"/>
                </a:ext>
              </a:extLst>
            </p:cNvPr>
            <p:cNvGrpSpPr/>
            <p:nvPr/>
          </p:nvGrpSpPr>
          <p:grpSpPr>
            <a:xfrm>
              <a:off x="8333110" y="433136"/>
              <a:ext cx="397705" cy="396327"/>
              <a:chOff x="7508175" y="354625"/>
              <a:chExt cx="569696" cy="567722"/>
            </a:xfrm>
          </p:grpSpPr>
          <p:sp>
            <p:nvSpPr>
              <p:cNvPr id="1074" name="Google Shape;1074;p39">
                <a:extLst>
                  <a:ext uri="{FF2B5EF4-FFF2-40B4-BE49-F238E27FC236}">
                    <a16:creationId xmlns:a16="http://schemas.microsoft.com/office/drawing/2014/main" id="{FD5A33DE-B7AD-9262-AED3-99BDD0C7A1FD}"/>
                  </a:ext>
                </a:extLst>
              </p:cNvPr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9">
                <a:extLst>
                  <a:ext uri="{FF2B5EF4-FFF2-40B4-BE49-F238E27FC236}">
                    <a16:creationId xmlns:a16="http://schemas.microsoft.com/office/drawing/2014/main" id="{04D39590-1592-4BCD-0E7B-33BF81B5CE0D}"/>
                  </a:ext>
                </a:extLst>
              </p:cNvPr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9">
                <a:extLst>
                  <a:ext uri="{FF2B5EF4-FFF2-40B4-BE49-F238E27FC236}">
                    <a16:creationId xmlns:a16="http://schemas.microsoft.com/office/drawing/2014/main" id="{C245868E-DFEF-9E96-7209-BDAF5AD8F92B}"/>
                  </a:ext>
                </a:extLst>
              </p:cNvPr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9">
                <a:extLst>
                  <a:ext uri="{FF2B5EF4-FFF2-40B4-BE49-F238E27FC236}">
                    <a16:creationId xmlns:a16="http://schemas.microsoft.com/office/drawing/2014/main" id="{81BC8D30-8152-1F2D-07FB-4AF436B870E3}"/>
                  </a:ext>
                </a:extLst>
              </p:cNvPr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9">
                <a:extLst>
                  <a:ext uri="{FF2B5EF4-FFF2-40B4-BE49-F238E27FC236}">
                    <a16:creationId xmlns:a16="http://schemas.microsoft.com/office/drawing/2014/main" id="{F8BF9D14-703B-065B-BDF6-93E379977D9C}"/>
                  </a:ext>
                </a:extLst>
              </p:cNvPr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9">
                <a:extLst>
                  <a:ext uri="{FF2B5EF4-FFF2-40B4-BE49-F238E27FC236}">
                    <a16:creationId xmlns:a16="http://schemas.microsoft.com/office/drawing/2014/main" id="{B162DB2E-FA42-4A51-D263-D936B17B44BD}"/>
                  </a:ext>
                </a:extLst>
              </p:cNvPr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9">
                <a:extLst>
                  <a:ext uri="{FF2B5EF4-FFF2-40B4-BE49-F238E27FC236}">
                    <a16:creationId xmlns:a16="http://schemas.microsoft.com/office/drawing/2014/main" id="{B80FE865-0FAB-0709-F6CD-F9B4283C5BCF}"/>
                  </a:ext>
                </a:extLst>
              </p:cNvPr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9">
                <a:extLst>
                  <a:ext uri="{FF2B5EF4-FFF2-40B4-BE49-F238E27FC236}">
                    <a16:creationId xmlns:a16="http://schemas.microsoft.com/office/drawing/2014/main" id="{A60B4D2D-B11E-0CAC-EFE6-DE79FCC040F5}"/>
                  </a:ext>
                </a:extLst>
              </p:cNvPr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9">
                <a:extLst>
                  <a:ext uri="{FF2B5EF4-FFF2-40B4-BE49-F238E27FC236}">
                    <a16:creationId xmlns:a16="http://schemas.microsoft.com/office/drawing/2014/main" id="{835CEF66-1CD2-3707-FEC2-0DE3EBBCB66B}"/>
                  </a:ext>
                </a:extLst>
              </p:cNvPr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9">
                <a:extLst>
                  <a:ext uri="{FF2B5EF4-FFF2-40B4-BE49-F238E27FC236}">
                    <a16:creationId xmlns:a16="http://schemas.microsoft.com/office/drawing/2014/main" id="{C7B751E6-BBA0-5AD0-B488-EAD84E7591A6}"/>
                  </a:ext>
                </a:extLst>
              </p:cNvPr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9">
                <a:extLst>
                  <a:ext uri="{FF2B5EF4-FFF2-40B4-BE49-F238E27FC236}">
                    <a16:creationId xmlns:a16="http://schemas.microsoft.com/office/drawing/2014/main" id="{4CED3461-C1C4-8F71-7A3F-7A2EE54CD5A7}"/>
                  </a:ext>
                </a:extLst>
              </p:cNvPr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9">
                <a:extLst>
                  <a:ext uri="{FF2B5EF4-FFF2-40B4-BE49-F238E27FC236}">
                    <a16:creationId xmlns:a16="http://schemas.microsoft.com/office/drawing/2014/main" id="{0BBBF1E0-77E7-F9E2-6B0F-2EF3121F202D}"/>
                  </a:ext>
                </a:extLst>
              </p:cNvPr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9">
                <a:extLst>
                  <a:ext uri="{FF2B5EF4-FFF2-40B4-BE49-F238E27FC236}">
                    <a16:creationId xmlns:a16="http://schemas.microsoft.com/office/drawing/2014/main" id="{E67D374A-9E84-27DF-CD4E-0AAB57971E69}"/>
                  </a:ext>
                </a:extLst>
              </p:cNvPr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9">
                <a:extLst>
                  <a:ext uri="{FF2B5EF4-FFF2-40B4-BE49-F238E27FC236}">
                    <a16:creationId xmlns:a16="http://schemas.microsoft.com/office/drawing/2014/main" id="{11C480FA-9440-CBB7-A578-919823A15C41}"/>
                  </a:ext>
                </a:extLst>
              </p:cNvPr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9">
                <a:extLst>
                  <a:ext uri="{FF2B5EF4-FFF2-40B4-BE49-F238E27FC236}">
                    <a16:creationId xmlns:a16="http://schemas.microsoft.com/office/drawing/2014/main" id="{7689F6D7-6521-5E5D-2B66-42BD1964EEE4}"/>
                  </a:ext>
                </a:extLst>
              </p:cNvPr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9">
                <a:extLst>
                  <a:ext uri="{FF2B5EF4-FFF2-40B4-BE49-F238E27FC236}">
                    <a16:creationId xmlns:a16="http://schemas.microsoft.com/office/drawing/2014/main" id="{D56A6FF3-7603-01A4-CD68-99557E8F6991}"/>
                  </a:ext>
                </a:extLst>
              </p:cNvPr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9">
                <a:extLst>
                  <a:ext uri="{FF2B5EF4-FFF2-40B4-BE49-F238E27FC236}">
                    <a16:creationId xmlns:a16="http://schemas.microsoft.com/office/drawing/2014/main" id="{797B0F14-957F-37C0-68F4-F05EDA967A5F}"/>
                  </a:ext>
                </a:extLst>
              </p:cNvPr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9">
                <a:extLst>
                  <a:ext uri="{FF2B5EF4-FFF2-40B4-BE49-F238E27FC236}">
                    <a16:creationId xmlns:a16="http://schemas.microsoft.com/office/drawing/2014/main" id="{5ECF029F-16FE-EB90-B43E-9DF4008355F1}"/>
                  </a:ext>
                </a:extLst>
              </p:cNvPr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9">
                <a:extLst>
                  <a:ext uri="{FF2B5EF4-FFF2-40B4-BE49-F238E27FC236}">
                    <a16:creationId xmlns:a16="http://schemas.microsoft.com/office/drawing/2014/main" id="{E00CCB4D-CD0B-75D5-9661-DC8B9871A298}"/>
                  </a:ext>
                </a:extLst>
              </p:cNvPr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9">
                <a:extLst>
                  <a:ext uri="{FF2B5EF4-FFF2-40B4-BE49-F238E27FC236}">
                    <a16:creationId xmlns:a16="http://schemas.microsoft.com/office/drawing/2014/main" id="{20294C24-5B1A-355A-9C1A-E247FC403B11}"/>
                  </a:ext>
                </a:extLst>
              </p:cNvPr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9">
                <a:extLst>
                  <a:ext uri="{FF2B5EF4-FFF2-40B4-BE49-F238E27FC236}">
                    <a16:creationId xmlns:a16="http://schemas.microsoft.com/office/drawing/2014/main" id="{13F9DAEA-1BD3-05C9-CF54-638EA3CE9CA6}"/>
                  </a:ext>
                </a:extLst>
              </p:cNvPr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9">
                <a:extLst>
                  <a:ext uri="{FF2B5EF4-FFF2-40B4-BE49-F238E27FC236}">
                    <a16:creationId xmlns:a16="http://schemas.microsoft.com/office/drawing/2014/main" id="{A63ACB27-F4A4-0139-EFC7-69C322DD0521}"/>
                  </a:ext>
                </a:extLst>
              </p:cNvPr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9">
                <a:extLst>
                  <a:ext uri="{FF2B5EF4-FFF2-40B4-BE49-F238E27FC236}">
                    <a16:creationId xmlns:a16="http://schemas.microsoft.com/office/drawing/2014/main" id="{9D81CC39-070B-C7D9-F23F-8E19CC99AA42}"/>
                  </a:ext>
                </a:extLst>
              </p:cNvPr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9">
                <a:extLst>
                  <a:ext uri="{FF2B5EF4-FFF2-40B4-BE49-F238E27FC236}">
                    <a16:creationId xmlns:a16="http://schemas.microsoft.com/office/drawing/2014/main" id="{B2C27C10-2F22-305F-FB07-65515EB23760}"/>
                  </a:ext>
                </a:extLst>
              </p:cNvPr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9">
                <a:extLst>
                  <a:ext uri="{FF2B5EF4-FFF2-40B4-BE49-F238E27FC236}">
                    <a16:creationId xmlns:a16="http://schemas.microsoft.com/office/drawing/2014/main" id="{51D5D78C-F7B0-9199-3350-B9E0EEC0EDA5}"/>
                  </a:ext>
                </a:extLst>
              </p:cNvPr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9">
                <a:extLst>
                  <a:ext uri="{FF2B5EF4-FFF2-40B4-BE49-F238E27FC236}">
                    <a16:creationId xmlns:a16="http://schemas.microsoft.com/office/drawing/2014/main" id="{0B2C4B19-D9D5-EA00-3CCD-D4214E34D0B8}"/>
                  </a:ext>
                </a:extLst>
              </p:cNvPr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9">
                <a:extLst>
                  <a:ext uri="{FF2B5EF4-FFF2-40B4-BE49-F238E27FC236}">
                    <a16:creationId xmlns:a16="http://schemas.microsoft.com/office/drawing/2014/main" id="{2FDEF883-5E0D-9AB5-51D8-961B48384E25}"/>
                  </a:ext>
                </a:extLst>
              </p:cNvPr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9">
                <a:extLst>
                  <a:ext uri="{FF2B5EF4-FFF2-40B4-BE49-F238E27FC236}">
                    <a16:creationId xmlns:a16="http://schemas.microsoft.com/office/drawing/2014/main" id="{92C0EDD1-5678-5048-962F-85BC51526B7E}"/>
                  </a:ext>
                </a:extLst>
              </p:cNvPr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9">
                <a:extLst>
                  <a:ext uri="{FF2B5EF4-FFF2-40B4-BE49-F238E27FC236}">
                    <a16:creationId xmlns:a16="http://schemas.microsoft.com/office/drawing/2014/main" id="{8AAD9CAE-F9CF-2EF5-2E10-B6EC800AF850}"/>
                  </a:ext>
                </a:extLst>
              </p:cNvPr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9">
                <a:extLst>
                  <a:ext uri="{FF2B5EF4-FFF2-40B4-BE49-F238E27FC236}">
                    <a16:creationId xmlns:a16="http://schemas.microsoft.com/office/drawing/2014/main" id="{E319D0A6-F080-12A5-74F0-23647C1A2020}"/>
                  </a:ext>
                </a:extLst>
              </p:cNvPr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9">
                <a:extLst>
                  <a:ext uri="{FF2B5EF4-FFF2-40B4-BE49-F238E27FC236}">
                    <a16:creationId xmlns:a16="http://schemas.microsoft.com/office/drawing/2014/main" id="{1AC11B20-5117-A8D7-D8CE-BA93A6866CE2}"/>
                  </a:ext>
                </a:extLst>
              </p:cNvPr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9">
                <a:extLst>
                  <a:ext uri="{FF2B5EF4-FFF2-40B4-BE49-F238E27FC236}">
                    <a16:creationId xmlns:a16="http://schemas.microsoft.com/office/drawing/2014/main" id="{80060405-48BC-3BBA-111F-E25D2B8E15CE}"/>
                  </a:ext>
                </a:extLst>
              </p:cNvPr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9">
                <a:extLst>
                  <a:ext uri="{FF2B5EF4-FFF2-40B4-BE49-F238E27FC236}">
                    <a16:creationId xmlns:a16="http://schemas.microsoft.com/office/drawing/2014/main" id="{D7529178-C472-74B0-4754-236692DD7965}"/>
                  </a:ext>
                </a:extLst>
              </p:cNvPr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9">
                <a:extLst>
                  <a:ext uri="{FF2B5EF4-FFF2-40B4-BE49-F238E27FC236}">
                    <a16:creationId xmlns:a16="http://schemas.microsoft.com/office/drawing/2014/main" id="{FEE96AB8-AA53-B50F-E33F-A20C34B70C93}"/>
                  </a:ext>
                </a:extLst>
              </p:cNvPr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9">
                <a:extLst>
                  <a:ext uri="{FF2B5EF4-FFF2-40B4-BE49-F238E27FC236}">
                    <a16:creationId xmlns:a16="http://schemas.microsoft.com/office/drawing/2014/main" id="{E53B1A6D-9849-1896-0480-7278C7AB4AD7}"/>
                  </a:ext>
                </a:extLst>
              </p:cNvPr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9">
                <a:extLst>
                  <a:ext uri="{FF2B5EF4-FFF2-40B4-BE49-F238E27FC236}">
                    <a16:creationId xmlns:a16="http://schemas.microsoft.com/office/drawing/2014/main" id="{277C270B-BE28-991E-9D46-C61EF33A9509}"/>
                  </a:ext>
                </a:extLst>
              </p:cNvPr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9">
                <a:extLst>
                  <a:ext uri="{FF2B5EF4-FFF2-40B4-BE49-F238E27FC236}">
                    <a16:creationId xmlns:a16="http://schemas.microsoft.com/office/drawing/2014/main" id="{281ABB94-BE69-CD0C-727C-0747724BF36E}"/>
                  </a:ext>
                </a:extLst>
              </p:cNvPr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9">
                <a:extLst>
                  <a:ext uri="{FF2B5EF4-FFF2-40B4-BE49-F238E27FC236}">
                    <a16:creationId xmlns:a16="http://schemas.microsoft.com/office/drawing/2014/main" id="{9A61C61A-F0BC-EAC3-5EF0-68E41C3AD822}"/>
                  </a:ext>
                </a:extLst>
              </p:cNvPr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9">
                <a:extLst>
                  <a:ext uri="{FF2B5EF4-FFF2-40B4-BE49-F238E27FC236}">
                    <a16:creationId xmlns:a16="http://schemas.microsoft.com/office/drawing/2014/main" id="{9D8A2504-6C45-3BEC-6E7A-1F91B647CF3E}"/>
                  </a:ext>
                </a:extLst>
              </p:cNvPr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9">
                <a:extLst>
                  <a:ext uri="{FF2B5EF4-FFF2-40B4-BE49-F238E27FC236}">
                    <a16:creationId xmlns:a16="http://schemas.microsoft.com/office/drawing/2014/main" id="{6608FF5B-8300-185C-7369-F6ECB6A50D34}"/>
                  </a:ext>
                </a:extLst>
              </p:cNvPr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9">
                <a:extLst>
                  <a:ext uri="{FF2B5EF4-FFF2-40B4-BE49-F238E27FC236}">
                    <a16:creationId xmlns:a16="http://schemas.microsoft.com/office/drawing/2014/main" id="{F7031699-5A4E-6D2B-C06F-C0126D5F4756}"/>
                  </a:ext>
                </a:extLst>
              </p:cNvPr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9">
                <a:extLst>
                  <a:ext uri="{FF2B5EF4-FFF2-40B4-BE49-F238E27FC236}">
                    <a16:creationId xmlns:a16="http://schemas.microsoft.com/office/drawing/2014/main" id="{0BD4340E-1240-AEEF-6316-9CCC5A6E82D7}"/>
                  </a:ext>
                </a:extLst>
              </p:cNvPr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9">
                <a:extLst>
                  <a:ext uri="{FF2B5EF4-FFF2-40B4-BE49-F238E27FC236}">
                    <a16:creationId xmlns:a16="http://schemas.microsoft.com/office/drawing/2014/main" id="{51C3C248-A7E9-3654-F823-8B97121C17BB}"/>
                  </a:ext>
                </a:extLst>
              </p:cNvPr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9">
                <a:extLst>
                  <a:ext uri="{FF2B5EF4-FFF2-40B4-BE49-F238E27FC236}">
                    <a16:creationId xmlns:a16="http://schemas.microsoft.com/office/drawing/2014/main" id="{313CAD3C-5A6F-D2C0-1B0C-8F1EC6F2C3F1}"/>
                  </a:ext>
                </a:extLst>
              </p:cNvPr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9">
                <a:extLst>
                  <a:ext uri="{FF2B5EF4-FFF2-40B4-BE49-F238E27FC236}">
                    <a16:creationId xmlns:a16="http://schemas.microsoft.com/office/drawing/2014/main" id="{C94023A4-CBF3-9127-431F-D960D257834C}"/>
                  </a:ext>
                </a:extLst>
              </p:cNvPr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9">
                <a:extLst>
                  <a:ext uri="{FF2B5EF4-FFF2-40B4-BE49-F238E27FC236}">
                    <a16:creationId xmlns:a16="http://schemas.microsoft.com/office/drawing/2014/main" id="{A20CC7ED-0609-B6E1-A96F-53FDF04C0123}"/>
                  </a:ext>
                </a:extLst>
              </p:cNvPr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9">
                <a:extLst>
                  <a:ext uri="{FF2B5EF4-FFF2-40B4-BE49-F238E27FC236}">
                    <a16:creationId xmlns:a16="http://schemas.microsoft.com/office/drawing/2014/main" id="{56A17E53-0905-23E7-2F36-7B021E50A52D}"/>
                  </a:ext>
                </a:extLst>
              </p:cNvPr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9">
                <a:extLst>
                  <a:ext uri="{FF2B5EF4-FFF2-40B4-BE49-F238E27FC236}">
                    <a16:creationId xmlns:a16="http://schemas.microsoft.com/office/drawing/2014/main" id="{A1928499-CFFC-9BDE-3113-240068441E8D}"/>
                  </a:ext>
                </a:extLst>
              </p:cNvPr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9">
                <a:extLst>
                  <a:ext uri="{FF2B5EF4-FFF2-40B4-BE49-F238E27FC236}">
                    <a16:creationId xmlns:a16="http://schemas.microsoft.com/office/drawing/2014/main" id="{3750CDE9-3BC5-D65B-1DDB-347B1FBC5F60}"/>
                  </a:ext>
                </a:extLst>
              </p:cNvPr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9">
                <a:extLst>
                  <a:ext uri="{FF2B5EF4-FFF2-40B4-BE49-F238E27FC236}">
                    <a16:creationId xmlns:a16="http://schemas.microsoft.com/office/drawing/2014/main" id="{722F9BCF-F4FE-C97C-03B7-826D3AE3417A}"/>
                  </a:ext>
                </a:extLst>
              </p:cNvPr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9">
                <a:extLst>
                  <a:ext uri="{FF2B5EF4-FFF2-40B4-BE49-F238E27FC236}">
                    <a16:creationId xmlns:a16="http://schemas.microsoft.com/office/drawing/2014/main" id="{7F9854EC-5723-F7FB-8E1F-EF34DA6DD4E7}"/>
                  </a:ext>
                </a:extLst>
              </p:cNvPr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9">
                <a:extLst>
                  <a:ext uri="{FF2B5EF4-FFF2-40B4-BE49-F238E27FC236}">
                    <a16:creationId xmlns:a16="http://schemas.microsoft.com/office/drawing/2014/main" id="{3DFB63CF-A290-C3CA-CB82-23D8056E0485}"/>
                  </a:ext>
                </a:extLst>
              </p:cNvPr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9">
                <a:extLst>
                  <a:ext uri="{FF2B5EF4-FFF2-40B4-BE49-F238E27FC236}">
                    <a16:creationId xmlns:a16="http://schemas.microsoft.com/office/drawing/2014/main" id="{2D60FC1E-DD50-8DF6-B44D-9128EE7C051D}"/>
                  </a:ext>
                </a:extLst>
              </p:cNvPr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9">
                <a:extLst>
                  <a:ext uri="{FF2B5EF4-FFF2-40B4-BE49-F238E27FC236}">
                    <a16:creationId xmlns:a16="http://schemas.microsoft.com/office/drawing/2014/main" id="{E17AAA48-20ED-33AC-1D09-D45F3F68844E}"/>
                  </a:ext>
                </a:extLst>
              </p:cNvPr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9">
                <a:extLst>
                  <a:ext uri="{FF2B5EF4-FFF2-40B4-BE49-F238E27FC236}">
                    <a16:creationId xmlns:a16="http://schemas.microsoft.com/office/drawing/2014/main" id="{F2B1C416-F0BE-36B9-0F1A-4099190FC5DC}"/>
                  </a:ext>
                </a:extLst>
              </p:cNvPr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9">
                <a:extLst>
                  <a:ext uri="{FF2B5EF4-FFF2-40B4-BE49-F238E27FC236}">
                    <a16:creationId xmlns:a16="http://schemas.microsoft.com/office/drawing/2014/main" id="{21C43BD9-C06D-DA54-03F6-901001F37F1A}"/>
                  </a:ext>
                </a:extLst>
              </p:cNvPr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9">
                <a:extLst>
                  <a:ext uri="{FF2B5EF4-FFF2-40B4-BE49-F238E27FC236}">
                    <a16:creationId xmlns:a16="http://schemas.microsoft.com/office/drawing/2014/main" id="{FE8B6561-757F-4FF1-B2A2-6B55C055360A}"/>
                  </a:ext>
                </a:extLst>
              </p:cNvPr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9">
                <a:extLst>
                  <a:ext uri="{FF2B5EF4-FFF2-40B4-BE49-F238E27FC236}">
                    <a16:creationId xmlns:a16="http://schemas.microsoft.com/office/drawing/2014/main" id="{F23FD056-14AE-C26E-6E87-CC40A9B12E1A}"/>
                  </a:ext>
                </a:extLst>
              </p:cNvPr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503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0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Первая зона отчуждения</a:t>
            </a:r>
            <a:endParaRPr dirty="0"/>
          </a:p>
        </p:txBody>
      </p:sp>
      <p:sp>
        <p:nvSpPr>
          <p:cNvPr id="1137" name="Google Shape;1137;p40"/>
          <p:cNvSpPr txBox="1">
            <a:spLocks noGrp="1"/>
          </p:cNvSpPr>
          <p:nvPr>
            <p:ph type="body" idx="1"/>
          </p:nvPr>
        </p:nvSpPr>
        <p:spPr>
          <a:xfrm>
            <a:off x="627047" y="1365231"/>
            <a:ext cx="5972127" cy="2695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latinLnBrk="0">
              <a:buNone/>
            </a:pPr>
            <a:r>
              <a:rPr lang="ru-RU" dirty="0"/>
              <a:t>ОБЩАЯ СТАТИСТИКА:</a:t>
            </a:r>
          </a:p>
          <a:p>
            <a:pPr marL="139700" indent="0" latinLnBrk="0">
              <a:buNone/>
            </a:pPr>
            <a:r>
              <a:rPr lang="ru-RU" dirty="0"/>
              <a:t>3320 файлов, 3 ГБ данных, 10+ форматов</a:t>
            </a:r>
          </a:p>
          <a:p>
            <a:pPr marL="139700" indent="0" latinLnBrk="0">
              <a:buNone/>
            </a:pPr>
            <a:r>
              <a:rPr lang="ru-RU" dirty="0"/>
              <a:t>ДИРЕКТОРИИ И СОДЕРЖИМОЕ: </a:t>
            </a:r>
          </a:p>
          <a:p>
            <a:pPr marL="139700" indent="0" latinLnBrk="0">
              <a:buNone/>
            </a:pPr>
            <a:r>
              <a:rPr lang="en-US" dirty="0"/>
              <a:t>dataset</a:t>
            </a:r>
            <a:r>
              <a:rPr lang="ru-RU" dirty="0"/>
              <a:t> - </a:t>
            </a:r>
            <a:r>
              <a:rPr lang="en-US" dirty="0"/>
              <a:t>TIF </a:t>
            </a:r>
            <a:r>
              <a:rPr lang="ru-RU" dirty="0"/>
              <a:t>скриншоты, 150 файлов</a:t>
            </a:r>
            <a:r>
              <a:rPr lang="en-US" dirty="0"/>
              <a:t>, 1</a:t>
            </a:r>
            <a:r>
              <a:rPr lang="ru-RU" dirty="0"/>
              <a:t>8 МБ</a:t>
            </a:r>
            <a:r>
              <a:rPr lang="en-US" dirty="0"/>
              <a:t>;</a:t>
            </a:r>
          </a:p>
          <a:p>
            <a:pPr marL="139700" indent="0" latinLnBrk="0">
              <a:buNone/>
            </a:pPr>
            <a:r>
              <a:rPr lang="en-US" dirty="0"/>
              <a:t>dataset0 - HTML </a:t>
            </a:r>
            <a:r>
              <a:rPr lang="ru-RU" dirty="0"/>
              <a:t>веб-кеш</a:t>
            </a:r>
            <a:r>
              <a:rPr lang="en-US" dirty="0"/>
              <a:t>, </a:t>
            </a:r>
            <a:r>
              <a:rPr lang="ru-RU" dirty="0"/>
              <a:t>1316 файлов</a:t>
            </a:r>
            <a:r>
              <a:rPr lang="en-US" dirty="0"/>
              <a:t>, </a:t>
            </a:r>
            <a:r>
              <a:rPr lang="ru-RU" dirty="0"/>
              <a:t>76 МБ</a:t>
            </a:r>
          </a:p>
          <a:p>
            <a:pPr marL="139700" indent="0" latinLnBrk="0">
              <a:buNone/>
            </a:pPr>
            <a:r>
              <a:rPr lang="en-US" dirty="0"/>
              <a:t>dataset1 - PDF </a:t>
            </a:r>
            <a:r>
              <a:rPr lang="ru-RU" dirty="0"/>
              <a:t>РБК</a:t>
            </a:r>
            <a:r>
              <a:rPr lang="en-US" dirty="0"/>
              <a:t>, </a:t>
            </a:r>
            <a:r>
              <a:rPr lang="ru-RU" dirty="0"/>
              <a:t>38 файлов</a:t>
            </a:r>
            <a:r>
              <a:rPr lang="en-US" dirty="0"/>
              <a:t>, </a:t>
            </a:r>
            <a:r>
              <a:rPr lang="ru-RU" dirty="0"/>
              <a:t>40 МБ  </a:t>
            </a:r>
            <a:br>
              <a:rPr lang="en-US" dirty="0"/>
            </a:br>
            <a:r>
              <a:rPr lang="en-US" dirty="0"/>
              <a:t>dataset2 - PDF VK, 21 </a:t>
            </a:r>
            <a:r>
              <a:rPr lang="ru-RU" dirty="0"/>
              <a:t>файл</a:t>
            </a:r>
            <a:r>
              <a:rPr lang="en-US" dirty="0"/>
              <a:t>, </a:t>
            </a:r>
            <a:r>
              <a:rPr lang="ru-RU" dirty="0"/>
              <a:t>20 МБ  </a:t>
            </a:r>
            <a:endParaRPr lang="en-US" dirty="0"/>
          </a:p>
          <a:p>
            <a:pPr marL="139700" indent="0" latinLnBrk="0">
              <a:buNone/>
            </a:pPr>
            <a:r>
              <a:rPr lang="en-US" dirty="0"/>
              <a:t>dataset3 - PDF </a:t>
            </a:r>
            <a:r>
              <a:rPr lang="ru-RU" dirty="0"/>
              <a:t>ЮФУ</a:t>
            </a:r>
            <a:r>
              <a:rPr lang="en-US" dirty="0"/>
              <a:t>, </a:t>
            </a:r>
            <a:r>
              <a:rPr lang="ru-RU" dirty="0"/>
              <a:t>1782 файла</a:t>
            </a:r>
            <a:r>
              <a:rPr lang="en-US" dirty="0"/>
              <a:t>, </a:t>
            </a:r>
            <a:r>
              <a:rPr lang="ru-RU" dirty="0"/>
              <a:t>2.2 ГБ</a:t>
            </a:r>
            <a:endParaRPr lang="en-US" dirty="0"/>
          </a:p>
          <a:p>
            <a:pPr marL="139700" indent="0" latinLnBrk="0">
              <a:buNone/>
            </a:pPr>
            <a:r>
              <a:rPr lang="en-US" dirty="0"/>
              <a:t>dataset4 - TIF + MP4, 23 </a:t>
            </a:r>
            <a:r>
              <a:rPr lang="ru-RU" dirty="0"/>
              <a:t>файла</a:t>
            </a:r>
            <a:r>
              <a:rPr lang="en-US" dirty="0"/>
              <a:t>, 7</a:t>
            </a:r>
            <a:r>
              <a:rPr lang="ru-RU" dirty="0"/>
              <a:t>4 МБ</a:t>
            </a:r>
            <a:endParaRPr lang="en-US" dirty="0"/>
          </a:p>
          <a:p>
            <a:pPr marL="139700" indent="0" latinLnBrk="0">
              <a:buNone/>
            </a:pPr>
            <a:r>
              <a:rPr lang="en-US" dirty="0"/>
              <a:t>dataset5 - CSV </a:t>
            </a:r>
            <a:r>
              <a:rPr lang="ru-RU" dirty="0"/>
              <a:t>структурированные</a:t>
            </a:r>
            <a:r>
              <a:rPr lang="en-US" dirty="0"/>
              <a:t>, </a:t>
            </a:r>
            <a:r>
              <a:rPr lang="ru-RU" dirty="0"/>
              <a:t>6 файлов</a:t>
            </a:r>
            <a:r>
              <a:rPr lang="en-US" dirty="0"/>
              <a:t>, </a:t>
            </a:r>
            <a:r>
              <a:rPr lang="ru-RU" dirty="0"/>
              <a:t>5.3 МБ</a:t>
            </a:r>
            <a:endParaRPr lang="en-US" dirty="0"/>
          </a:p>
          <a:p>
            <a:pPr marL="139700" indent="0" latinLnBrk="0">
              <a:buNone/>
            </a:pPr>
            <a:r>
              <a:rPr lang="en-US" dirty="0"/>
              <a:t>dataset6 - Parquet/CSV/JSON, 6 </a:t>
            </a:r>
            <a:r>
              <a:rPr lang="ru-RU" dirty="0"/>
              <a:t>файлов</a:t>
            </a:r>
            <a:r>
              <a:rPr lang="en-US" dirty="0"/>
              <a:t>, </a:t>
            </a:r>
            <a:r>
              <a:rPr lang="ru-RU" dirty="0"/>
              <a:t>18 МБ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38" name="Google Shape;1138;p40"/>
          <p:cNvGrpSpPr/>
          <p:nvPr/>
        </p:nvGrpSpPr>
        <p:grpSpPr>
          <a:xfrm>
            <a:off x="1984600" y="4331563"/>
            <a:ext cx="7263225" cy="554025"/>
            <a:chOff x="1984600" y="3736175"/>
            <a:chExt cx="7263225" cy="554025"/>
          </a:xfrm>
        </p:grpSpPr>
        <p:sp>
          <p:nvSpPr>
            <p:cNvPr id="1139" name="Google Shape;1139;p40"/>
            <p:cNvSpPr/>
            <p:nvPr/>
          </p:nvSpPr>
          <p:spPr>
            <a:xfrm>
              <a:off x="3429925" y="4067700"/>
              <a:ext cx="5817900" cy="15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0" name="Google Shape;1140;p40"/>
            <p:cNvGrpSpPr/>
            <p:nvPr/>
          </p:nvGrpSpPr>
          <p:grpSpPr>
            <a:xfrm>
              <a:off x="1984600" y="3736175"/>
              <a:ext cx="2096143" cy="554025"/>
              <a:chOff x="1984600" y="3736175"/>
              <a:chExt cx="2096143" cy="554025"/>
            </a:xfrm>
          </p:grpSpPr>
          <p:sp>
            <p:nvSpPr>
              <p:cNvPr id="1141" name="Google Shape;1141;p40"/>
              <p:cNvSpPr/>
              <p:nvPr/>
            </p:nvSpPr>
            <p:spPr>
              <a:xfrm>
                <a:off x="3334352" y="4231574"/>
                <a:ext cx="87391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2321" h="739" extrusionOk="0">
                    <a:moveTo>
                      <a:pt x="2321" y="1"/>
                    </a:moveTo>
                    <a:lnTo>
                      <a:pt x="1" y="282"/>
                    </a:lnTo>
                    <a:lnTo>
                      <a:pt x="1" y="591"/>
                    </a:lnTo>
                    <a:cubicBezTo>
                      <a:pt x="1" y="671"/>
                      <a:pt x="68" y="738"/>
                      <a:pt x="148" y="738"/>
                    </a:cubicBezTo>
                    <a:lnTo>
                      <a:pt x="2160" y="738"/>
                    </a:lnTo>
                    <a:cubicBezTo>
                      <a:pt x="2254" y="738"/>
                      <a:pt x="2321" y="671"/>
                      <a:pt x="2321" y="591"/>
                    </a:cubicBezTo>
                    <a:lnTo>
                      <a:pt x="23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0"/>
              <p:cNvSpPr/>
              <p:nvPr/>
            </p:nvSpPr>
            <p:spPr>
              <a:xfrm>
                <a:off x="2617813" y="4254806"/>
                <a:ext cx="600444" cy="35393"/>
              </a:xfrm>
              <a:custGeom>
                <a:avLst/>
                <a:gdLst/>
                <a:ahLst/>
                <a:cxnLst/>
                <a:rect l="l" t="t" r="r" b="b"/>
                <a:pathLst>
                  <a:path w="15947" h="940" extrusionOk="0">
                    <a:moveTo>
                      <a:pt x="1" y="1"/>
                    </a:moveTo>
                    <a:lnTo>
                      <a:pt x="1" y="591"/>
                    </a:lnTo>
                    <a:cubicBezTo>
                      <a:pt x="1" y="792"/>
                      <a:pt x="148" y="939"/>
                      <a:pt x="349" y="939"/>
                    </a:cubicBezTo>
                    <a:lnTo>
                      <a:pt x="15598" y="939"/>
                    </a:lnTo>
                    <a:cubicBezTo>
                      <a:pt x="15785" y="939"/>
                      <a:pt x="15946" y="792"/>
                      <a:pt x="15946" y="591"/>
                    </a:cubicBezTo>
                    <a:lnTo>
                      <a:pt x="159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0"/>
              <p:cNvSpPr/>
              <p:nvPr/>
            </p:nvSpPr>
            <p:spPr>
              <a:xfrm>
                <a:off x="1984600" y="4106868"/>
                <a:ext cx="160588" cy="154526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4104" extrusionOk="0">
                    <a:moveTo>
                      <a:pt x="4265" y="0"/>
                    </a:moveTo>
                    <a:lnTo>
                      <a:pt x="4238" y="13"/>
                    </a:lnTo>
                    <a:cubicBezTo>
                      <a:pt x="3219" y="188"/>
                      <a:pt x="2226" y="456"/>
                      <a:pt x="1247" y="791"/>
                    </a:cubicBezTo>
                    <a:cubicBezTo>
                      <a:pt x="925" y="885"/>
                      <a:pt x="617" y="1060"/>
                      <a:pt x="362" y="1301"/>
                    </a:cubicBezTo>
                    <a:cubicBezTo>
                      <a:pt x="241" y="1408"/>
                      <a:pt x="148" y="1542"/>
                      <a:pt x="94" y="1690"/>
                    </a:cubicBezTo>
                    <a:cubicBezTo>
                      <a:pt x="27" y="1837"/>
                      <a:pt x="0" y="1985"/>
                      <a:pt x="0" y="2132"/>
                    </a:cubicBezTo>
                    <a:cubicBezTo>
                      <a:pt x="13" y="2763"/>
                      <a:pt x="443" y="3326"/>
                      <a:pt x="1059" y="3500"/>
                    </a:cubicBezTo>
                    <a:cubicBezTo>
                      <a:pt x="1891" y="3782"/>
                      <a:pt x="3085" y="4104"/>
                      <a:pt x="4265" y="4104"/>
                    </a:cubicBezTo>
                    <a:lnTo>
                      <a:pt x="4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0"/>
              <p:cNvSpPr/>
              <p:nvPr/>
            </p:nvSpPr>
            <p:spPr>
              <a:xfrm>
                <a:off x="2144663" y="4010401"/>
                <a:ext cx="1840115" cy="250992"/>
              </a:xfrm>
              <a:custGeom>
                <a:avLst/>
                <a:gdLst/>
                <a:ahLst/>
                <a:cxnLst/>
                <a:rect l="l" t="t" r="r" b="b"/>
                <a:pathLst>
                  <a:path w="48871" h="6666" extrusionOk="0">
                    <a:moveTo>
                      <a:pt x="5539" y="1"/>
                    </a:moveTo>
                    <a:cubicBezTo>
                      <a:pt x="4252" y="1"/>
                      <a:pt x="2978" y="349"/>
                      <a:pt x="1851" y="1006"/>
                    </a:cubicBezTo>
                    <a:cubicBezTo>
                      <a:pt x="1341" y="1315"/>
                      <a:pt x="872" y="1677"/>
                      <a:pt x="443" y="2093"/>
                    </a:cubicBezTo>
                    <a:cubicBezTo>
                      <a:pt x="322" y="2213"/>
                      <a:pt x="215" y="2321"/>
                      <a:pt x="108" y="2441"/>
                    </a:cubicBezTo>
                    <a:cubicBezTo>
                      <a:pt x="41" y="2522"/>
                      <a:pt x="0" y="2562"/>
                      <a:pt x="0" y="2562"/>
                    </a:cubicBezTo>
                    <a:lnTo>
                      <a:pt x="0" y="6666"/>
                    </a:lnTo>
                    <a:lnTo>
                      <a:pt x="26326" y="6666"/>
                    </a:lnTo>
                    <a:cubicBezTo>
                      <a:pt x="34628" y="6666"/>
                      <a:pt x="44471" y="3702"/>
                      <a:pt x="47744" y="2629"/>
                    </a:cubicBezTo>
                    <a:cubicBezTo>
                      <a:pt x="47918" y="2575"/>
                      <a:pt x="48079" y="2482"/>
                      <a:pt x="48227" y="2374"/>
                    </a:cubicBezTo>
                    <a:cubicBezTo>
                      <a:pt x="48334" y="2294"/>
                      <a:pt x="48428" y="2200"/>
                      <a:pt x="48522" y="2093"/>
                    </a:cubicBezTo>
                    <a:lnTo>
                      <a:pt x="48562" y="2039"/>
                    </a:lnTo>
                    <a:cubicBezTo>
                      <a:pt x="48642" y="1918"/>
                      <a:pt x="48709" y="1784"/>
                      <a:pt x="48763" y="1650"/>
                    </a:cubicBezTo>
                    <a:cubicBezTo>
                      <a:pt x="48790" y="1570"/>
                      <a:pt x="48817" y="1503"/>
                      <a:pt x="48830" y="1422"/>
                    </a:cubicBezTo>
                    <a:cubicBezTo>
                      <a:pt x="48857" y="1301"/>
                      <a:pt x="48870" y="1194"/>
                      <a:pt x="48870" y="1087"/>
                    </a:cubicBezTo>
                    <a:cubicBezTo>
                      <a:pt x="48870" y="483"/>
                      <a:pt x="48388" y="1"/>
                      <a:pt x="477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0"/>
              <p:cNvSpPr/>
              <p:nvPr/>
            </p:nvSpPr>
            <p:spPr>
              <a:xfrm>
                <a:off x="2144663" y="4109391"/>
                <a:ext cx="1797681" cy="152003"/>
              </a:xfrm>
              <a:custGeom>
                <a:avLst/>
                <a:gdLst/>
                <a:ahLst/>
                <a:cxnLst/>
                <a:rect l="l" t="t" r="r" b="b"/>
                <a:pathLst>
                  <a:path w="47744" h="4037" extrusionOk="0">
                    <a:moveTo>
                      <a:pt x="47744" y="0"/>
                    </a:moveTo>
                    <a:cubicBezTo>
                      <a:pt x="47476" y="67"/>
                      <a:pt x="36291" y="2629"/>
                      <a:pt x="20761" y="2629"/>
                    </a:cubicBezTo>
                    <a:cubicBezTo>
                      <a:pt x="11319" y="2629"/>
                      <a:pt x="4198" y="2428"/>
                      <a:pt x="0" y="2267"/>
                    </a:cubicBezTo>
                    <a:lnTo>
                      <a:pt x="0" y="4037"/>
                    </a:lnTo>
                    <a:lnTo>
                      <a:pt x="26326" y="4037"/>
                    </a:lnTo>
                    <a:cubicBezTo>
                      <a:pt x="27037" y="4037"/>
                      <a:pt x="27775" y="4023"/>
                      <a:pt x="28512" y="3983"/>
                    </a:cubicBezTo>
                    <a:cubicBezTo>
                      <a:pt x="36277" y="3541"/>
                      <a:pt x="44740" y="979"/>
                      <a:pt x="477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0"/>
              <p:cNvSpPr/>
              <p:nvPr/>
            </p:nvSpPr>
            <p:spPr>
              <a:xfrm>
                <a:off x="1984600" y="4187144"/>
                <a:ext cx="160588" cy="74251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197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" y="631"/>
                      <a:pt x="443" y="1194"/>
                      <a:pt x="1059" y="1368"/>
                    </a:cubicBezTo>
                    <a:cubicBezTo>
                      <a:pt x="1891" y="1650"/>
                      <a:pt x="3085" y="1972"/>
                      <a:pt x="4265" y="1972"/>
                    </a:cubicBezTo>
                    <a:lnTo>
                      <a:pt x="4265" y="202"/>
                    </a:lnTo>
                    <a:cubicBezTo>
                      <a:pt x="1489" y="9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0"/>
              <p:cNvSpPr/>
              <p:nvPr/>
            </p:nvSpPr>
            <p:spPr>
              <a:xfrm>
                <a:off x="2144663" y="4010401"/>
                <a:ext cx="1468448" cy="127793"/>
              </a:xfrm>
              <a:custGeom>
                <a:avLst/>
                <a:gdLst/>
                <a:ahLst/>
                <a:cxnLst/>
                <a:rect l="l" t="t" r="r" b="b"/>
                <a:pathLst>
                  <a:path w="39000" h="3394" extrusionOk="0">
                    <a:moveTo>
                      <a:pt x="5553" y="1"/>
                    </a:moveTo>
                    <a:cubicBezTo>
                      <a:pt x="4278" y="1"/>
                      <a:pt x="3045" y="336"/>
                      <a:pt x="1945" y="966"/>
                    </a:cubicBezTo>
                    <a:lnTo>
                      <a:pt x="1851" y="1006"/>
                    </a:lnTo>
                    <a:cubicBezTo>
                      <a:pt x="1341" y="1315"/>
                      <a:pt x="872" y="1677"/>
                      <a:pt x="443" y="2093"/>
                    </a:cubicBezTo>
                    <a:cubicBezTo>
                      <a:pt x="416" y="2120"/>
                      <a:pt x="403" y="2133"/>
                      <a:pt x="376" y="2160"/>
                    </a:cubicBezTo>
                    <a:cubicBezTo>
                      <a:pt x="269" y="2254"/>
                      <a:pt x="188" y="2348"/>
                      <a:pt x="108" y="2441"/>
                    </a:cubicBezTo>
                    <a:cubicBezTo>
                      <a:pt x="41" y="2522"/>
                      <a:pt x="0" y="2562"/>
                      <a:pt x="0" y="2562"/>
                    </a:cubicBezTo>
                    <a:lnTo>
                      <a:pt x="0" y="3394"/>
                    </a:lnTo>
                    <a:cubicBezTo>
                      <a:pt x="0" y="3394"/>
                      <a:pt x="336" y="2803"/>
                      <a:pt x="1288" y="2160"/>
                    </a:cubicBezTo>
                    <a:cubicBezTo>
                      <a:pt x="1368" y="2106"/>
                      <a:pt x="1462" y="2039"/>
                      <a:pt x="1569" y="1985"/>
                    </a:cubicBezTo>
                    <a:cubicBezTo>
                      <a:pt x="2790" y="1234"/>
                      <a:pt x="4855" y="470"/>
                      <a:pt x="8181" y="470"/>
                    </a:cubicBezTo>
                    <a:cubicBezTo>
                      <a:pt x="14712" y="470"/>
                      <a:pt x="39000" y="14"/>
                      <a:pt x="39000" y="14"/>
                    </a:cubicBezTo>
                    <a:lnTo>
                      <a:pt x="55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0"/>
              <p:cNvSpPr/>
              <p:nvPr/>
            </p:nvSpPr>
            <p:spPr>
              <a:xfrm>
                <a:off x="3617165" y="3736175"/>
                <a:ext cx="278252" cy="274750"/>
              </a:xfrm>
              <a:custGeom>
                <a:avLst/>
                <a:gdLst/>
                <a:ahLst/>
                <a:cxnLst/>
                <a:rect l="l" t="t" r="r" b="b"/>
                <a:pathLst>
                  <a:path w="7390" h="7297" extrusionOk="0">
                    <a:moveTo>
                      <a:pt x="5012" y="0"/>
                    </a:moveTo>
                    <a:cubicBezTo>
                      <a:pt x="4824" y="0"/>
                      <a:pt x="4663" y="118"/>
                      <a:pt x="4587" y="296"/>
                    </a:cubicBezTo>
                    <a:cubicBezTo>
                      <a:pt x="4144" y="1275"/>
                      <a:pt x="2615" y="4427"/>
                      <a:pt x="469" y="6787"/>
                    </a:cubicBezTo>
                    <a:cubicBezTo>
                      <a:pt x="322" y="6962"/>
                      <a:pt x="161" y="7123"/>
                      <a:pt x="0" y="7297"/>
                    </a:cubicBezTo>
                    <a:lnTo>
                      <a:pt x="6880" y="7297"/>
                    </a:lnTo>
                    <a:lnTo>
                      <a:pt x="7390" y="296"/>
                    </a:lnTo>
                    <a:cubicBezTo>
                      <a:pt x="7390" y="135"/>
                      <a:pt x="7269" y="1"/>
                      <a:pt x="7108" y="1"/>
                    </a:cubicBezTo>
                    <a:lnTo>
                      <a:pt x="5043" y="1"/>
                    </a:lnTo>
                    <a:cubicBezTo>
                      <a:pt x="5032" y="1"/>
                      <a:pt x="5022" y="0"/>
                      <a:pt x="50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0"/>
              <p:cNvSpPr/>
              <p:nvPr/>
            </p:nvSpPr>
            <p:spPr>
              <a:xfrm>
                <a:off x="2850622" y="4010891"/>
                <a:ext cx="3539" cy="250502"/>
              </a:xfrm>
              <a:custGeom>
                <a:avLst/>
                <a:gdLst/>
                <a:ahLst/>
                <a:cxnLst/>
                <a:rect l="l" t="t" r="r" b="b"/>
                <a:pathLst>
                  <a:path w="94" h="6653" extrusionOk="0">
                    <a:moveTo>
                      <a:pt x="0" y="1"/>
                    </a:moveTo>
                    <a:lnTo>
                      <a:pt x="0" y="6653"/>
                    </a:lnTo>
                    <a:lnTo>
                      <a:pt x="94" y="6653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0"/>
              <p:cNvSpPr/>
              <p:nvPr/>
            </p:nvSpPr>
            <p:spPr>
              <a:xfrm>
                <a:off x="2566303" y="4037662"/>
                <a:ext cx="1157927" cy="161642"/>
              </a:xfrm>
              <a:custGeom>
                <a:avLst/>
                <a:gdLst/>
                <a:ahLst/>
                <a:cxnLst/>
                <a:rect l="l" t="t" r="r" b="b"/>
                <a:pathLst>
                  <a:path w="30753" h="4293" extrusionOk="0">
                    <a:moveTo>
                      <a:pt x="30752" y="1"/>
                    </a:moveTo>
                    <a:lnTo>
                      <a:pt x="1" y="1838"/>
                    </a:lnTo>
                    <a:lnTo>
                      <a:pt x="2508" y="4292"/>
                    </a:lnTo>
                    <a:lnTo>
                      <a:pt x="3075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0"/>
              <p:cNvSpPr/>
              <p:nvPr/>
            </p:nvSpPr>
            <p:spPr>
              <a:xfrm>
                <a:off x="2563781" y="4023015"/>
                <a:ext cx="1170014" cy="101662"/>
              </a:xfrm>
              <a:custGeom>
                <a:avLst/>
                <a:gdLst/>
                <a:ahLst/>
                <a:cxnLst/>
                <a:rect l="l" t="t" r="r" b="b"/>
                <a:pathLst>
                  <a:path w="31074" h="2700" extrusionOk="0">
                    <a:moveTo>
                      <a:pt x="30967" y="1"/>
                    </a:moveTo>
                    <a:lnTo>
                      <a:pt x="778" y="1060"/>
                    </a:lnTo>
                    <a:cubicBezTo>
                      <a:pt x="644" y="1074"/>
                      <a:pt x="510" y="1114"/>
                      <a:pt x="403" y="1181"/>
                    </a:cubicBezTo>
                    <a:cubicBezTo>
                      <a:pt x="148" y="1315"/>
                      <a:pt x="1" y="1583"/>
                      <a:pt x="1" y="1878"/>
                    </a:cubicBezTo>
                    <a:cubicBezTo>
                      <a:pt x="1" y="2325"/>
                      <a:pt x="365" y="2699"/>
                      <a:pt x="817" y="2699"/>
                    </a:cubicBezTo>
                    <a:cubicBezTo>
                      <a:pt x="840" y="2699"/>
                      <a:pt x="863" y="2698"/>
                      <a:pt x="886" y="2696"/>
                    </a:cubicBezTo>
                    <a:lnTo>
                      <a:pt x="30806" y="390"/>
                    </a:lnTo>
                    <a:cubicBezTo>
                      <a:pt x="30953" y="376"/>
                      <a:pt x="31074" y="256"/>
                      <a:pt x="31074" y="122"/>
                    </a:cubicBezTo>
                    <a:cubicBezTo>
                      <a:pt x="31074" y="54"/>
                      <a:pt x="31020" y="1"/>
                      <a:pt x="309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0"/>
              <p:cNvSpPr/>
              <p:nvPr/>
            </p:nvSpPr>
            <p:spPr>
              <a:xfrm>
                <a:off x="2578917" y="4023015"/>
                <a:ext cx="1154877" cy="55650"/>
              </a:xfrm>
              <a:custGeom>
                <a:avLst/>
                <a:gdLst/>
                <a:ahLst/>
                <a:cxnLst/>
                <a:rect l="l" t="t" r="r" b="b"/>
                <a:pathLst>
                  <a:path w="30672" h="1478" extrusionOk="0">
                    <a:moveTo>
                      <a:pt x="30565" y="1"/>
                    </a:moveTo>
                    <a:lnTo>
                      <a:pt x="376" y="1060"/>
                    </a:lnTo>
                    <a:cubicBezTo>
                      <a:pt x="242" y="1074"/>
                      <a:pt x="108" y="1114"/>
                      <a:pt x="1" y="1181"/>
                    </a:cubicBezTo>
                    <a:cubicBezTo>
                      <a:pt x="153" y="1371"/>
                      <a:pt x="376" y="1477"/>
                      <a:pt x="627" y="1477"/>
                    </a:cubicBezTo>
                    <a:cubicBezTo>
                      <a:pt x="641" y="1477"/>
                      <a:pt x="656" y="1477"/>
                      <a:pt x="671" y="1476"/>
                    </a:cubicBezTo>
                    <a:lnTo>
                      <a:pt x="30605" y="282"/>
                    </a:lnTo>
                    <a:cubicBezTo>
                      <a:pt x="30645" y="229"/>
                      <a:pt x="30672" y="175"/>
                      <a:pt x="30672" y="122"/>
                    </a:cubicBezTo>
                    <a:cubicBezTo>
                      <a:pt x="30672" y="54"/>
                      <a:pt x="30618" y="1"/>
                      <a:pt x="30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0"/>
              <p:cNvSpPr/>
              <p:nvPr/>
            </p:nvSpPr>
            <p:spPr>
              <a:xfrm>
                <a:off x="3697931" y="4063944"/>
                <a:ext cx="285368" cy="41606"/>
              </a:xfrm>
              <a:custGeom>
                <a:avLst/>
                <a:gdLst/>
                <a:ahLst/>
                <a:cxnLst/>
                <a:rect l="l" t="t" r="r" b="b"/>
                <a:pathLst>
                  <a:path w="7579" h="1105" extrusionOk="0">
                    <a:moveTo>
                      <a:pt x="1033" y="0"/>
                    </a:moveTo>
                    <a:cubicBezTo>
                      <a:pt x="671" y="0"/>
                      <a:pt x="323" y="148"/>
                      <a:pt x="68" y="416"/>
                    </a:cubicBezTo>
                    <a:cubicBezTo>
                      <a:pt x="41" y="456"/>
                      <a:pt x="14" y="496"/>
                      <a:pt x="1" y="550"/>
                    </a:cubicBezTo>
                    <a:cubicBezTo>
                      <a:pt x="1" y="630"/>
                      <a:pt x="28" y="724"/>
                      <a:pt x="95" y="778"/>
                    </a:cubicBezTo>
                    <a:lnTo>
                      <a:pt x="175" y="832"/>
                    </a:lnTo>
                    <a:cubicBezTo>
                      <a:pt x="401" y="1010"/>
                      <a:pt x="681" y="1104"/>
                      <a:pt x="966" y="1104"/>
                    </a:cubicBezTo>
                    <a:cubicBezTo>
                      <a:pt x="1002" y="1104"/>
                      <a:pt x="1038" y="1103"/>
                      <a:pt x="1074" y="1100"/>
                    </a:cubicBezTo>
                    <a:lnTo>
                      <a:pt x="7270" y="671"/>
                    </a:lnTo>
                    <a:lnTo>
                      <a:pt x="7310" y="617"/>
                    </a:lnTo>
                    <a:cubicBezTo>
                      <a:pt x="7390" y="496"/>
                      <a:pt x="7457" y="362"/>
                      <a:pt x="7511" y="228"/>
                    </a:cubicBezTo>
                    <a:cubicBezTo>
                      <a:pt x="7538" y="148"/>
                      <a:pt x="7565" y="81"/>
                      <a:pt x="7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0"/>
              <p:cNvSpPr/>
              <p:nvPr/>
            </p:nvSpPr>
            <p:spPr>
              <a:xfrm>
                <a:off x="2630427" y="4141207"/>
                <a:ext cx="317147" cy="110623"/>
              </a:xfrm>
              <a:custGeom>
                <a:avLst/>
                <a:gdLst/>
                <a:ahLst/>
                <a:cxnLst/>
                <a:rect l="l" t="t" r="r" b="b"/>
                <a:pathLst>
                  <a:path w="8423" h="2938" extrusionOk="0">
                    <a:moveTo>
                      <a:pt x="765" y="0"/>
                    </a:moveTo>
                    <a:cubicBezTo>
                      <a:pt x="604" y="0"/>
                      <a:pt x="484" y="134"/>
                      <a:pt x="484" y="295"/>
                    </a:cubicBezTo>
                    <a:lnTo>
                      <a:pt x="484" y="590"/>
                    </a:lnTo>
                    <a:lnTo>
                      <a:pt x="202" y="590"/>
                    </a:lnTo>
                    <a:cubicBezTo>
                      <a:pt x="95" y="590"/>
                      <a:pt x="1" y="671"/>
                      <a:pt x="1" y="791"/>
                    </a:cubicBezTo>
                    <a:lnTo>
                      <a:pt x="1" y="2159"/>
                    </a:lnTo>
                    <a:cubicBezTo>
                      <a:pt x="1" y="2267"/>
                      <a:pt x="95" y="2347"/>
                      <a:pt x="202" y="2347"/>
                    </a:cubicBezTo>
                    <a:lnTo>
                      <a:pt x="484" y="2347"/>
                    </a:lnTo>
                    <a:lnTo>
                      <a:pt x="484" y="2655"/>
                    </a:lnTo>
                    <a:cubicBezTo>
                      <a:pt x="484" y="2816"/>
                      <a:pt x="604" y="2937"/>
                      <a:pt x="765" y="2937"/>
                    </a:cubicBezTo>
                    <a:lnTo>
                      <a:pt x="4453" y="2937"/>
                    </a:lnTo>
                    <a:cubicBezTo>
                      <a:pt x="4614" y="2937"/>
                      <a:pt x="4735" y="2816"/>
                      <a:pt x="4735" y="2655"/>
                    </a:cubicBezTo>
                    <a:lnTo>
                      <a:pt x="4735" y="2575"/>
                    </a:lnTo>
                    <a:lnTo>
                      <a:pt x="5392" y="2575"/>
                    </a:lnTo>
                    <a:lnTo>
                      <a:pt x="5499" y="2562"/>
                    </a:lnTo>
                    <a:lnTo>
                      <a:pt x="5513" y="2562"/>
                    </a:lnTo>
                    <a:lnTo>
                      <a:pt x="5620" y="2548"/>
                    </a:lnTo>
                    <a:lnTo>
                      <a:pt x="5768" y="2535"/>
                    </a:lnTo>
                    <a:cubicBezTo>
                      <a:pt x="6733" y="2414"/>
                      <a:pt x="7779" y="2213"/>
                      <a:pt x="8208" y="2119"/>
                    </a:cubicBezTo>
                    <a:cubicBezTo>
                      <a:pt x="8329" y="2092"/>
                      <a:pt x="8423" y="1985"/>
                      <a:pt x="8423" y="1864"/>
                    </a:cubicBezTo>
                    <a:lnTo>
                      <a:pt x="8423" y="1100"/>
                    </a:lnTo>
                    <a:cubicBezTo>
                      <a:pt x="8423" y="979"/>
                      <a:pt x="8329" y="872"/>
                      <a:pt x="8208" y="845"/>
                    </a:cubicBezTo>
                    <a:cubicBezTo>
                      <a:pt x="7779" y="751"/>
                      <a:pt x="6760" y="550"/>
                      <a:pt x="5768" y="429"/>
                    </a:cubicBezTo>
                    <a:lnTo>
                      <a:pt x="5660" y="416"/>
                    </a:lnTo>
                    <a:lnTo>
                      <a:pt x="5620" y="416"/>
                    </a:lnTo>
                    <a:cubicBezTo>
                      <a:pt x="5432" y="402"/>
                      <a:pt x="5258" y="376"/>
                      <a:pt x="5084" y="376"/>
                    </a:cubicBezTo>
                    <a:lnTo>
                      <a:pt x="4735" y="376"/>
                    </a:lnTo>
                    <a:lnTo>
                      <a:pt x="4735" y="295"/>
                    </a:lnTo>
                    <a:cubicBezTo>
                      <a:pt x="4735" y="134"/>
                      <a:pt x="4614" y="0"/>
                      <a:pt x="44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0"/>
              <p:cNvSpPr/>
              <p:nvPr/>
            </p:nvSpPr>
            <p:spPr>
              <a:xfrm>
                <a:off x="2980375" y="4111386"/>
                <a:ext cx="316658" cy="109606"/>
              </a:xfrm>
              <a:custGeom>
                <a:avLst/>
                <a:gdLst/>
                <a:ahLst/>
                <a:cxnLst/>
                <a:rect l="l" t="t" r="r" b="b"/>
                <a:pathLst>
                  <a:path w="8410" h="2911" extrusionOk="0">
                    <a:moveTo>
                      <a:pt x="765" y="1"/>
                    </a:moveTo>
                    <a:cubicBezTo>
                      <a:pt x="604" y="1"/>
                      <a:pt x="470" y="135"/>
                      <a:pt x="470" y="296"/>
                    </a:cubicBezTo>
                    <a:lnTo>
                      <a:pt x="470" y="591"/>
                    </a:lnTo>
                    <a:lnTo>
                      <a:pt x="202" y="591"/>
                    </a:lnTo>
                    <a:cubicBezTo>
                      <a:pt x="95" y="591"/>
                      <a:pt x="1" y="685"/>
                      <a:pt x="1" y="792"/>
                    </a:cubicBezTo>
                    <a:lnTo>
                      <a:pt x="1" y="2160"/>
                    </a:lnTo>
                    <a:cubicBezTo>
                      <a:pt x="1" y="2267"/>
                      <a:pt x="95" y="2361"/>
                      <a:pt x="202" y="2361"/>
                    </a:cubicBezTo>
                    <a:lnTo>
                      <a:pt x="470" y="2361"/>
                    </a:lnTo>
                    <a:lnTo>
                      <a:pt x="470" y="2629"/>
                    </a:lnTo>
                    <a:cubicBezTo>
                      <a:pt x="470" y="2790"/>
                      <a:pt x="604" y="2911"/>
                      <a:pt x="765" y="2911"/>
                    </a:cubicBezTo>
                    <a:lnTo>
                      <a:pt x="4453" y="2911"/>
                    </a:lnTo>
                    <a:cubicBezTo>
                      <a:pt x="4601" y="2911"/>
                      <a:pt x="4735" y="2790"/>
                      <a:pt x="4735" y="2629"/>
                    </a:cubicBezTo>
                    <a:lnTo>
                      <a:pt x="4735" y="2549"/>
                    </a:lnTo>
                    <a:lnTo>
                      <a:pt x="5392" y="2549"/>
                    </a:lnTo>
                    <a:lnTo>
                      <a:pt x="5486" y="2535"/>
                    </a:lnTo>
                    <a:lnTo>
                      <a:pt x="5513" y="2535"/>
                    </a:lnTo>
                    <a:lnTo>
                      <a:pt x="5620" y="2522"/>
                    </a:lnTo>
                    <a:lnTo>
                      <a:pt x="5754" y="2509"/>
                    </a:lnTo>
                    <a:cubicBezTo>
                      <a:pt x="6733" y="2388"/>
                      <a:pt x="7766" y="2187"/>
                      <a:pt x="8208" y="2093"/>
                    </a:cubicBezTo>
                    <a:cubicBezTo>
                      <a:pt x="8289" y="2080"/>
                      <a:pt x="8356" y="2026"/>
                      <a:pt x="8396" y="1945"/>
                    </a:cubicBezTo>
                    <a:cubicBezTo>
                      <a:pt x="8409" y="1919"/>
                      <a:pt x="8409" y="1878"/>
                      <a:pt x="8409" y="1838"/>
                    </a:cubicBezTo>
                    <a:lnTo>
                      <a:pt x="8409" y="1100"/>
                    </a:lnTo>
                    <a:cubicBezTo>
                      <a:pt x="8409" y="980"/>
                      <a:pt x="8316" y="873"/>
                      <a:pt x="8195" y="846"/>
                    </a:cubicBezTo>
                    <a:cubicBezTo>
                      <a:pt x="7779" y="752"/>
                      <a:pt x="6746" y="551"/>
                      <a:pt x="5754" y="430"/>
                    </a:cubicBezTo>
                    <a:lnTo>
                      <a:pt x="5647" y="417"/>
                    </a:lnTo>
                    <a:lnTo>
                      <a:pt x="5606" y="417"/>
                    </a:lnTo>
                    <a:cubicBezTo>
                      <a:pt x="5419" y="403"/>
                      <a:pt x="5244" y="390"/>
                      <a:pt x="5070" y="376"/>
                    </a:cubicBezTo>
                    <a:lnTo>
                      <a:pt x="4735" y="376"/>
                    </a:lnTo>
                    <a:lnTo>
                      <a:pt x="4735" y="296"/>
                    </a:lnTo>
                    <a:cubicBezTo>
                      <a:pt x="4735" y="135"/>
                      <a:pt x="4601" y="1"/>
                      <a:pt x="44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0"/>
              <p:cNvSpPr/>
              <p:nvPr/>
            </p:nvSpPr>
            <p:spPr>
              <a:xfrm>
                <a:off x="2788984" y="4144220"/>
                <a:ext cx="145489" cy="82836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00" extrusionOk="0">
                    <a:moveTo>
                      <a:pt x="1" y="1"/>
                    </a:moveTo>
                    <a:lnTo>
                      <a:pt x="1" y="2200"/>
                    </a:lnTo>
                    <a:cubicBezTo>
                      <a:pt x="350" y="2200"/>
                      <a:pt x="712" y="2173"/>
                      <a:pt x="1060" y="2133"/>
                    </a:cubicBezTo>
                    <a:lnTo>
                      <a:pt x="1208" y="2119"/>
                    </a:lnTo>
                    <a:cubicBezTo>
                      <a:pt x="2187" y="1999"/>
                      <a:pt x="3220" y="1798"/>
                      <a:pt x="3649" y="1704"/>
                    </a:cubicBezTo>
                    <a:cubicBezTo>
                      <a:pt x="3729" y="1690"/>
                      <a:pt x="3810" y="1623"/>
                      <a:pt x="3836" y="1556"/>
                    </a:cubicBezTo>
                    <a:cubicBezTo>
                      <a:pt x="3850" y="1516"/>
                      <a:pt x="3863" y="1489"/>
                      <a:pt x="3863" y="1449"/>
                    </a:cubicBezTo>
                    <a:lnTo>
                      <a:pt x="3863" y="752"/>
                    </a:lnTo>
                    <a:cubicBezTo>
                      <a:pt x="3863" y="631"/>
                      <a:pt x="3769" y="510"/>
                      <a:pt x="3649" y="497"/>
                    </a:cubicBezTo>
                    <a:cubicBezTo>
                      <a:pt x="3220" y="403"/>
                      <a:pt x="2200" y="188"/>
                      <a:pt x="1194" y="81"/>
                    </a:cubicBezTo>
                    <a:lnTo>
                      <a:pt x="1060" y="54"/>
                    </a:lnTo>
                    <a:cubicBezTo>
                      <a:pt x="873" y="41"/>
                      <a:pt x="685" y="27"/>
                      <a:pt x="510" y="14"/>
                    </a:cubicBezTo>
                    <a:cubicBezTo>
                      <a:pt x="376" y="1"/>
                      <a:pt x="229" y="1"/>
                      <a:pt x="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0"/>
              <p:cNvSpPr/>
              <p:nvPr/>
            </p:nvSpPr>
            <p:spPr>
              <a:xfrm>
                <a:off x="2635472" y="4130062"/>
                <a:ext cx="160626" cy="110661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2939" extrusionOk="0">
                    <a:moveTo>
                      <a:pt x="296" y="1"/>
                    </a:moveTo>
                    <a:cubicBezTo>
                      <a:pt x="135" y="1"/>
                      <a:pt x="1" y="135"/>
                      <a:pt x="1" y="296"/>
                    </a:cubicBezTo>
                    <a:lnTo>
                      <a:pt x="1" y="2656"/>
                    </a:lnTo>
                    <a:cubicBezTo>
                      <a:pt x="1" y="2817"/>
                      <a:pt x="135" y="2938"/>
                      <a:pt x="283" y="2938"/>
                    </a:cubicBezTo>
                    <a:lnTo>
                      <a:pt x="3971" y="2938"/>
                    </a:lnTo>
                    <a:cubicBezTo>
                      <a:pt x="4132" y="2938"/>
                      <a:pt x="4266" y="2817"/>
                      <a:pt x="4266" y="2656"/>
                    </a:cubicBezTo>
                    <a:lnTo>
                      <a:pt x="4266" y="296"/>
                    </a:lnTo>
                    <a:cubicBezTo>
                      <a:pt x="4266" y="135"/>
                      <a:pt x="4132" y="1"/>
                      <a:pt x="39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0"/>
              <p:cNvSpPr/>
              <p:nvPr/>
            </p:nvSpPr>
            <p:spPr>
              <a:xfrm>
                <a:off x="2617813" y="4152315"/>
                <a:ext cx="17697" cy="66683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771" extrusionOk="0">
                    <a:moveTo>
                      <a:pt x="202" y="0"/>
                    </a:moveTo>
                    <a:cubicBezTo>
                      <a:pt x="94" y="0"/>
                      <a:pt x="1" y="94"/>
                      <a:pt x="1" y="201"/>
                    </a:cubicBezTo>
                    <a:lnTo>
                      <a:pt x="1" y="1569"/>
                    </a:lnTo>
                    <a:cubicBezTo>
                      <a:pt x="1" y="1676"/>
                      <a:pt x="94" y="1770"/>
                      <a:pt x="202" y="1770"/>
                    </a:cubicBezTo>
                    <a:lnTo>
                      <a:pt x="470" y="1770"/>
                    </a:ln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0"/>
              <p:cNvSpPr/>
              <p:nvPr/>
            </p:nvSpPr>
            <p:spPr>
              <a:xfrm>
                <a:off x="2635472" y="4202280"/>
                <a:ext cx="160626" cy="38443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1021" extrusionOk="0">
                    <a:moveTo>
                      <a:pt x="1" y="1"/>
                    </a:moveTo>
                    <a:lnTo>
                      <a:pt x="1" y="738"/>
                    </a:lnTo>
                    <a:cubicBezTo>
                      <a:pt x="1" y="899"/>
                      <a:pt x="122" y="1020"/>
                      <a:pt x="283" y="1020"/>
                    </a:cubicBezTo>
                    <a:lnTo>
                      <a:pt x="3971" y="1020"/>
                    </a:lnTo>
                    <a:cubicBezTo>
                      <a:pt x="4132" y="1020"/>
                      <a:pt x="4266" y="899"/>
                      <a:pt x="4266" y="738"/>
                    </a:cubicBezTo>
                    <a:lnTo>
                      <a:pt x="42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0"/>
              <p:cNvSpPr/>
              <p:nvPr/>
            </p:nvSpPr>
            <p:spPr>
              <a:xfrm>
                <a:off x="2704679" y="4164402"/>
                <a:ext cx="74251" cy="49551"/>
              </a:xfrm>
              <a:custGeom>
                <a:avLst/>
                <a:gdLst/>
                <a:ahLst/>
                <a:cxnLst/>
                <a:rect l="l" t="t" r="r" b="b"/>
                <a:pathLst>
                  <a:path w="1972" h="1316" extrusionOk="0">
                    <a:moveTo>
                      <a:pt x="1623" y="95"/>
                    </a:moveTo>
                    <a:cubicBezTo>
                      <a:pt x="1770" y="95"/>
                      <a:pt x="1891" y="202"/>
                      <a:pt x="1891" y="350"/>
                    </a:cubicBezTo>
                    <a:lnTo>
                      <a:pt x="1891" y="967"/>
                    </a:lnTo>
                    <a:cubicBezTo>
                      <a:pt x="1891" y="1114"/>
                      <a:pt x="1770" y="1221"/>
                      <a:pt x="1623" y="1221"/>
                    </a:cubicBezTo>
                    <a:lnTo>
                      <a:pt x="349" y="1221"/>
                    </a:lnTo>
                    <a:cubicBezTo>
                      <a:pt x="201" y="1221"/>
                      <a:pt x="94" y="1114"/>
                      <a:pt x="94" y="967"/>
                    </a:cubicBezTo>
                    <a:lnTo>
                      <a:pt x="94" y="350"/>
                    </a:lnTo>
                    <a:cubicBezTo>
                      <a:pt x="94" y="202"/>
                      <a:pt x="201" y="95"/>
                      <a:pt x="349" y="95"/>
                    </a:cubicBezTo>
                    <a:close/>
                    <a:moveTo>
                      <a:pt x="349" y="1"/>
                    </a:moveTo>
                    <a:cubicBezTo>
                      <a:pt x="148" y="1"/>
                      <a:pt x="0" y="148"/>
                      <a:pt x="0" y="350"/>
                    </a:cubicBezTo>
                    <a:lnTo>
                      <a:pt x="0" y="967"/>
                    </a:lnTo>
                    <a:cubicBezTo>
                      <a:pt x="0" y="1154"/>
                      <a:pt x="148" y="1315"/>
                      <a:pt x="349" y="1315"/>
                    </a:cubicBezTo>
                    <a:lnTo>
                      <a:pt x="1623" y="1315"/>
                    </a:lnTo>
                    <a:cubicBezTo>
                      <a:pt x="1824" y="1315"/>
                      <a:pt x="1972" y="1154"/>
                      <a:pt x="1972" y="967"/>
                    </a:cubicBezTo>
                    <a:lnTo>
                      <a:pt x="1972" y="350"/>
                    </a:lnTo>
                    <a:cubicBezTo>
                      <a:pt x="1972" y="148"/>
                      <a:pt x="1824" y="1"/>
                      <a:pt x="16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0"/>
              <p:cNvSpPr/>
              <p:nvPr/>
            </p:nvSpPr>
            <p:spPr>
              <a:xfrm>
                <a:off x="2617813" y="4189177"/>
                <a:ext cx="17697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470" h="792" extrusionOk="0">
                    <a:moveTo>
                      <a:pt x="1" y="0"/>
                    </a:moveTo>
                    <a:lnTo>
                      <a:pt x="1" y="590"/>
                    </a:lnTo>
                    <a:cubicBezTo>
                      <a:pt x="1" y="697"/>
                      <a:pt x="94" y="791"/>
                      <a:pt x="202" y="791"/>
                    </a:cubicBezTo>
                    <a:lnTo>
                      <a:pt x="470" y="791"/>
                    </a:ln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0"/>
              <p:cNvSpPr/>
              <p:nvPr/>
            </p:nvSpPr>
            <p:spPr>
              <a:xfrm>
                <a:off x="2795573" y="4144220"/>
                <a:ext cx="137883" cy="82836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2200" extrusionOk="0">
                    <a:moveTo>
                      <a:pt x="0" y="1"/>
                    </a:moveTo>
                    <a:lnTo>
                      <a:pt x="0" y="2200"/>
                    </a:lnTo>
                    <a:cubicBezTo>
                      <a:pt x="282" y="2187"/>
                      <a:pt x="577" y="2160"/>
                      <a:pt x="885" y="2133"/>
                    </a:cubicBezTo>
                    <a:lnTo>
                      <a:pt x="1033" y="2106"/>
                    </a:lnTo>
                    <a:cubicBezTo>
                      <a:pt x="2012" y="1999"/>
                      <a:pt x="3045" y="1784"/>
                      <a:pt x="3474" y="1704"/>
                    </a:cubicBezTo>
                    <a:cubicBezTo>
                      <a:pt x="3554" y="1677"/>
                      <a:pt x="3635" y="1623"/>
                      <a:pt x="3661" y="1543"/>
                    </a:cubicBezTo>
                    <a:lnTo>
                      <a:pt x="1046" y="1543"/>
                    </a:lnTo>
                    <a:cubicBezTo>
                      <a:pt x="657" y="1543"/>
                      <a:pt x="335" y="1234"/>
                      <a:pt x="335" y="845"/>
                    </a:cubicBezTo>
                    <a:lnTo>
                      <a:pt x="335" y="14"/>
                    </a:lnTo>
                    <a:cubicBezTo>
                      <a:pt x="228" y="14"/>
                      <a:pt x="121" y="1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0"/>
              <p:cNvSpPr/>
              <p:nvPr/>
            </p:nvSpPr>
            <p:spPr>
              <a:xfrm>
                <a:off x="2796063" y="4144220"/>
                <a:ext cx="138411" cy="28315"/>
              </a:xfrm>
              <a:custGeom>
                <a:avLst/>
                <a:gdLst/>
                <a:ahLst/>
                <a:cxnLst/>
                <a:rect l="l" t="t" r="r" b="b"/>
                <a:pathLst>
                  <a:path w="3676" h="752" extrusionOk="0">
                    <a:moveTo>
                      <a:pt x="1" y="1"/>
                    </a:moveTo>
                    <a:lnTo>
                      <a:pt x="1" y="269"/>
                    </a:lnTo>
                    <a:cubicBezTo>
                      <a:pt x="1382" y="269"/>
                      <a:pt x="3675" y="752"/>
                      <a:pt x="3675" y="752"/>
                    </a:cubicBezTo>
                    <a:cubicBezTo>
                      <a:pt x="3675" y="631"/>
                      <a:pt x="3581" y="524"/>
                      <a:pt x="3461" y="497"/>
                    </a:cubicBezTo>
                    <a:cubicBezTo>
                      <a:pt x="3032" y="403"/>
                      <a:pt x="2012" y="188"/>
                      <a:pt x="1006" y="81"/>
                    </a:cubicBezTo>
                    <a:lnTo>
                      <a:pt x="872" y="68"/>
                    </a:lnTo>
                    <a:cubicBezTo>
                      <a:pt x="685" y="41"/>
                      <a:pt x="497" y="27"/>
                      <a:pt x="336" y="14"/>
                    </a:cubicBezTo>
                    <a:cubicBezTo>
                      <a:pt x="215" y="14"/>
                      <a:pt x="108" y="1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0"/>
              <p:cNvSpPr/>
              <p:nvPr/>
            </p:nvSpPr>
            <p:spPr>
              <a:xfrm>
                <a:off x="2828896" y="4146742"/>
                <a:ext cx="5573" cy="7779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66" extrusionOk="0">
                    <a:moveTo>
                      <a:pt x="0" y="1"/>
                    </a:moveTo>
                    <a:lnTo>
                      <a:pt x="0" y="2066"/>
                    </a:lnTo>
                    <a:lnTo>
                      <a:pt x="148" y="2052"/>
                    </a:lnTo>
                    <a:lnTo>
                      <a:pt x="148" y="1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0"/>
              <p:cNvSpPr/>
              <p:nvPr/>
            </p:nvSpPr>
            <p:spPr>
              <a:xfrm>
                <a:off x="2635472" y="4130062"/>
                <a:ext cx="160626" cy="15212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404" extrusionOk="0">
                    <a:moveTo>
                      <a:pt x="296" y="1"/>
                    </a:moveTo>
                    <a:cubicBezTo>
                      <a:pt x="135" y="1"/>
                      <a:pt x="1" y="135"/>
                      <a:pt x="1" y="296"/>
                    </a:cubicBezTo>
                    <a:lnTo>
                      <a:pt x="1" y="403"/>
                    </a:lnTo>
                    <a:lnTo>
                      <a:pt x="4266" y="403"/>
                    </a:lnTo>
                    <a:lnTo>
                      <a:pt x="4266" y="296"/>
                    </a:lnTo>
                    <a:cubicBezTo>
                      <a:pt x="4266" y="135"/>
                      <a:pt x="4132" y="1"/>
                      <a:pt x="39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0"/>
              <p:cNvSpPr/>
              <p:nvPr/>
            </p:nvSpPr>
            <p:spPr>
              <a:xfrm>
                <a:off x="2674368" y="4130062"/>
                <a:ext cx="6589" cy="110661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939" extrusionOk="0">
                    <a:moveTo>
                      <a:pt x="1" y="1"/>
                    </a:moveTo>
                    <a:lnTo>
                      <a:pt x="1" y="2938"/>
                    </a:lnTo>
                    <a:lnTo>
                      <a:pt x="175" y="2938"/>
                    </a:ln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0"/>
              <p:cNvSpPr/>
              <p:nvPr/>
            </p:nvSpPr>
            <p:spPr>
              <a:xfrm>
                <a:off x="2617813" y="4152315"/>
                <a:ext cx="17697" cy="14157"/>
              </a:xfrm>
              <a:custGeom>
                <a:avLst/>
                <a:gdLst/>
                <a:ahLst/>
                <a:cxnLst/>
                <a:rect l="l" t="t" r="r" b="b"/>
                <a:pathLst>
                  <a:path w="470" h="376" extrusionOk="0">
                    <a:moveTo>
                      <a:pt x="202" y="0"/>
                    </a:moveTo>
                    <a:cubicBezTo>
                      <a:pt x="94" y="0"/>
                      <a:pt x="1" y="94"/>
                      <a:pt x="1" y="201"/>
                    </a:cubicBezTo>
                    <a:lnTo>
                      <a:pt x="1" y="376"/>
                    </a:lnTo>
                    <a:lnTo>
                      <a:pt x="470" y="376"/>
                    </a:ln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0"/>
              <p:cNvSpPr/>
              <p:nvPr/>
            </p:nvSpPr>
            <p:spPr>
              <a:xfrm>
                <a:off x="3137916" y="4114436"/>
                <a:ext cx="145489" cy="82836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00" extrusionOk="0">
                    <a:moveTo>
                      <a:pt x="1" y="0"/>
                    </a:moveTo>
                    <a:lnTo>
                      <a:pt x="1" y="2200"/>
                    </a:lnTo>
                    <a:cubicBezTo>
                      <a:pt x="363" y="2200"/>
                      <a:pt x="712" y="2173"/>
                      <a:pt x="1060" y="2133"/>
                    </a:cubicBezTo>
                    <a:lnTo>
                      <a:pt x="1208" y="2119"/>
                    </a:lnTo>
                    <a:cubicBezTo>
                      <a:pt x="2187" y="1999"/>
                      <a:pt x="3220" y="1797"/>
                      <a:pt x="3649" y="1703"/>
                    </a:cubicBezTo>
                    <a:cubicBezTo>
                      <a:pt x="3743" y="1690"/>
                      <a:pt x="3810" y="1623"/>
                      <a:pt x="3836" y="1556"/>
                    </a:cubicBezTo>
                    <a:cubicBezTo>
                      <a:pt x="3850" y="1516"/>
                      <a:pt x="3863" y="1489"/>
                      <a:pt x="3863" y="1449"/>
                    </a:cubicBezTo>
                    <a:lnTo>
                      <a:pt x="3863" y="751"/>
                    </a:lnTo>
                    <a:cubicBezTo>
                      <a:pt x="3863" y="631"/>
                      <a:pt x="3783" y="523"/>
                      <a:pt x="3662" y="496"/>
                    </a:cubicBezTo>
                    <a:cubicBezTo>
                      <a:pt x="3233" y="403"/>
                      <a:pt x="2214" y="188"/>
                      <a:pt x="1208" y="81"/>
                    </a:cubicBezTo>
                    <a:lnTo>
                      <a:pt x="1060" y="67"/>
                    </a:lnTo>
                    <a:cubicBezTo>
                      <a:pt x="886" y="40"/>
                      <a:pt x="698" y="27"/>
                      <a:pt x="524" y="14"/>
                    </a:cubicBezTo>
                    <a:cubicBezTo>
                      <a:pt x="376" y="0"/>
                      <a:pt x="242" y="0"/>
                      <a:pt x="1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0"/>
              <p:cNvSpPr/>
              <p:nvPr/>
            </p:nvSpPr>
            <p:spPr>
              <a:xfrm>
                <a:off x="2984931" y="4100806"/>
                <a:ext cx="160098" cy="110623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938" extrusionOk="0">
                    <a:moveTo>
                      <a:pt x="282" y="0"/>
                    </a:moveTo>
                    <a:cubicBezTo>
                      <a:pt x="121" y="0"/>
                      <a:pt x="0" y="121"/>
                      <a:pt x="0" y="282"/>
                    </a:cubicBezTo>
                    <a:lnTo>
                      <a:pt x="0" y="2642"/>
                    </a:lnTo>
                    <a:cubicBezTo>
                      <a:pt x="0" y="2803"/>
                      <a:pt x="121" y="2937"/>
                      <a:pt x="282" y="2937"/>
                    </a:cubicBezTo>
                    <a:lnTo>
                      <a:pt x="3970" y="2937"/>
                    </a:lnTo>
                    <a:cubicBezTo>
                      <a:pt x="4131" y="2924"/>
                      <a:pt x="4252" y="2803"/>
                      <a:pt x="4252" y="2642"/>
                    </a:cubicBezTo>
                    <a:lnTo>
                      <a:pt x="4252" y="282"/>
                    </a:lnTo>
                    <a:cubicBezTo>
                      <a:pt x="4252" y="121"/>
                      <a:pt x="4131" y="0"/>
                      <a:pt x="39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40"/>
              <p:cNvSpPr/>
              <p:nvPr/>
            </p:nvSpPr>
            <p:spPr>
              <a:xfrm>
                <a:off x="2966744" y="4122494"/>
                <a:ext cx="18224" cy="66720"/>
              </a:xfrm>
              <a:custGeom>
                <a:avLst/>
                <a:gdLst/>
                <a:ahLst/>
                <a:cxnLst/>
                <a:rect l="l" t="t" r="r" b="b"/>
                <a:pathLst>
                  <a:path w="484" h="1772" extrusionOk="0">
                    <a:moveTo>
                      <a:pt x="202" y="1"/>
                    </a:moveTo>
                    <a:cubicBezTo>
                      <a:pt x="94" y="1"/>
                      <a:pt x="1" y="95"/>
                      <a:pt x="1" y="202"/>
                    </a:cubicBezTo>
                    <a:lnTo>
                      <a:pt x="1" y="1570"/>
                    </a:lnTo>
                    <a:cubicBezTo>
                      <a:pt x="1" y="1677"/>
                      <a:pt x="94" y="1771"/>
                      <a:pt x="202" y="1771"/>
                    </a:cubicBezTo>
                    <a:lnTo>
                      <a:pt x="483" y="1771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40"/>
              <p:cNvSpPr/>
              <p:nvPr/>
            </p:nvSpPr>
            <p:spPr>
              <a:xfrm>
                <a:off x="2984404" y="4172986"/>
                <a:ext cx="160626" cy="38443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1021" extrusionOk="0">
                    <a:moveTo>
                      <a:pt x="1" y="1"/>
                    </a:moveTo>
                    <a:lnTo>
                      <a:pt x="1" y="725"/>
                    </a:lnTo>
                    <a:cubicBezTo>
                      <a:pt x="1" y="886"/>
                      <a:pt x="135" y="1007"/>
                      <a:pt x="283" y="1020"/>
                    </a:cubicBezTo>
                    <a:lnTo>
                      <a:pt x="3971" y="1020"/>
                    </a:lnTo>
                    <a:cubicBezTo>
                      <a:pt x="4132" y="1020"/>
                      <a:pt x="4266" y="886"/>
                      <a:pt x="4266" y="725"/>
                    </a:cubicBezTo>
                    <a:lnTo>
                      <a:pt x="42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40"/>
              <p:cNvSpPr/>
              <p:nvPr/>
            </p:nvSpPr>
            <p:spPr>
              <a:xfrm>
                <a:off x="3053610" y="4134618"/>
                <a:ext cx="74778" cy="49513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315" extrusionOk="0">
                    <a:moveTo>
                      <a:pt x="1636" y="95"/>
                    </a:moveTo>
                    <a:cubicBezTo>
                      <a:pt x="1771" y="95"/>
                      <a:pt x="1891" y="202"/>
                      <a:pt x="1891" y="349"/>
                    </a:cubicBezTo>
                    <a:lnTo>
                      <a:pt x="1891" y="966"/>
                    </a:lnTo>
                    <a:cubicBezTo>
                      <a:pt x="1891" y="1114"/>
                      <a:pt x="1771" y="1235"/>
                      <a:pt x="1636" y="1235"/>
                    </a:cubicBezTo>
                    <a:lnTo>
                      <a:pt x="349" y="1235"/>
                    </a:lnTo>
                    <a:cubicBezTo>
                      <a:pt x="201" y="1235"/>
                      <a:pt x="94" y="1114"/>
                      <a:pt x="94" y="966"/>
                    </a:cubicBezTo>
                    <a:lnTo>
                      <a:pt x="94" y="349"/>
                    </a:lnTo>
                    <a:cubicBezTo>
                      <a:pt x="94" y="202"/>
                      <a:pt x="201" y="95"/>
                      <a:pt x="349" y="95"/>
                    </a:cubicBezTo>
                    <a:close/>
                    <a:moveTo>
                      <a:pt x="349" y="1"/>
                    </a:moveTo>
                    <a:cubicBezTo>
                      <a:pt x="161" y="1"/>
                      <a:pt x="0" y="162"/>
                      <a:pt x="0" y="349"/>
                    </a:cubicBezTo>
                    <a:lnTo>
                      <a:pt x="0" y="966"/>
                    </a:lnTo>
                    <a:cubicBezTo>
                      <a:pt x="0" y="1167"/>
                      <a:pt x="161" y="1315"/>
                      <a:pt x="349" y="1315"/>
                    </a:cubicBezTo>
                    <a:lnTo>
                      <a:pt x="1636" y="1315"/>
                    </a:lnTo>
                    <a:cubicBezTo>
                      <a:pt x="1824" y="1315"/>
                      <a:pt x="1985" y="1167"/>
                      <a:pt x="1985" y="966"/>
                    </a:cubicBezTo>
                    <a:lnTo>
                      <a:pt x="1985" y="349"/>
                    </a:lnTo>
                    <a:cubicBezTo>
                      <a:pt x="1985" y="162"/>
                      <a:pt x="1824" y="1"/>
                      <a:pt x="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40"/>
              <p:cNvSpPr/>
              <p:nvPr/>
            </p:nvSpPr>
            <p:spPr>
              <a:xfrm>
                <a:off x="2966744" y="4159356"/>
                <a:ext cx="18224" cy="29858"/>
              </a:xfrm>
              <a:custGeom>
                <a:avLst/>
                <a:gdLst/>
                <a:ahLst/>
                <a:cxnLst/>
                <a:rect l="l" t="t" r="r" b="b"/>
                <a:pathLst>
                  <a:path w="484" h="793" extrusionOk="0">
                    <a:moveTo>
                      <a:pt x="1" y="1"/>
                    </a:moveTo>
                    <a:lnTo>
                      <a:pt x="1" y="591"/>
                    </a:lnTo>
                    <a:cubicBezTo>
                      <a:pt x="1" y="698"/>
                      <a:pt x="94" y="792"/>
                      <a:pt x="202" y="792"/>
                    </a:cubicBezTo>
                    <a:lnTo>
                      <a:pt x="483" y="79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0"/>
              <p:cNvSpPr/>
              <p:nvPr/>
            </p:nvSpPr>
            <p:spPr>
              <a:xfrm>
                <a:off x="3144994" y="4114436"/>
                <a:ext cx="137394" cy="82836"/>
              </a:xfrm>
              <a:custGeom>
                <a:avLst/>
                <a:gdLst/>
                <a:ahLst/>
                <a:cxnLst/>
                <a:rect l="l" t="t" r="r" b="b"/>
                <a:pathLst>
                  <a:path w="3649" h="2200" extrusionOk="0">
                    <a:moveTo>
                      <a:pt x="1" y="0"/>
                    </a:moveTo>
                    <a:lnTo>
                      <a:pt x="1" y="2200"/>
                    </a:lnTo>
                    <a:cubicBezTo>
                      <a:pt x="269" y="2186"/>
                      <a:pt x="564" y="2173"/>
                      <a:pt x="872" y="2133"/>
                    </a:cubicBezTo>
                    <a:lnTo>
                      <a:pt x="1020" y="2119"/>
                    </a:lnTo>
                    <a:cubicBezTo>
                      <a:pt x="1999" y="1999"/>
                      <a:pt x="3032" y="1797"/>
                      <a:pt x="3461" y="1703"/>
                    </a:cubicBezTo>
                    <a:cubicBezTo>
                      <a:pt x="3555" y="1690"/>
                      <a:pt x="3622" y="1623"/>
                      <a:pt x="3648" y="1556"/>
                    </a:cubicBezTo>
                    <a:lnTo>
                      <a:pt x="1033" y="1556"/>
                    </a:lnTo>
                    <a:cubicBezTo>
                      <a:pt x="644" y="1556"/>
                      <a:pt x="336" y="1247"/>
                      <a:pt x="336" y="859"/>
                    </a:cubicBezTo>
                    <a:lnTo>
                      <a:pt x="336" y="14"/>
                    </a:lnTo>
                    <a:cubicBezTo>
                      <a:pt x="215" y="14"/>
                      <a:pt x="108" y="0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0"/>
              <p:cNvSpPr/>
              <p:nvPr/>
            </p:nvSpPr>
            <p:spPr>
              <a:xfrm>
                <a:off x="3144994" y="4114436"/>
                <a:ext cx="138411" cy="28315"/>
              </a:xfrm>
              <a:custGeom>
                <a:avLst/>
                <a:gdLst/>
                <a:ahLst/>
                <a:cxnLst/>
                <a:rect l="l" t="t" r="r" b="b"/>
                <a:pathLst>
                  <a:path w="3676" h="752" extrusionOk="0">
                    <a:moveTo>
                      <a:pt x="1" y="0"/>
                    </a:moveTo>
                    <a:lnTo>
                      <a:pt x="1" y="268"/>
                    </a:lnTo>
                    <a:cubicBezTo>
                      <a:pt x="1382" y="268"/>
                      <a:pt x="3675" y="751"/>
                      <a:pt x="3675" y="751"/>
                    </a:cubicBezTo>
                    <a:cubicBezTo>
                      <a:pt x="3675" y="631"/>
                      <a:pt x="3581" y="523"/>
                      <a:pt x="3461" y="496"/>
                    </a:cubicBezTo>
                    <a:cubicBezTo>
                      <a:pt x="3032" y="403"/>
                      <a:pt x="2026" y="188"/>
                      <a:pt x="1020" y="81"/>
                    </a:cubicBezTo>
                    <a:lnTo>
                      <a:pt x="872" y="67"/>
                    </a:lnTo>
                    <a:cubicBezTo>
                      <a:pt x="685" y="40"/>
                      <a:pt x="510" y="27"/>
                      <a:pt x="336" y="14"/>
                    </a:cubicBezTo>
                    <a:cubicBezTo>
                      <a:pt x="229" y="14"/>
                      <a:pt x="108" y="0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0"/>
              <p:cNvSpPr/>
              <p:nvPr/>
            </p:nvSpPr>
            <p:spPr>
              <a:xfrm>
                <a:off x="3177828" y="4116959"/>
                <a:ext cx="5573" cy="7779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66" extrusionOk="0">
                    <a:moveTo>
                      <a:pt x="0" y="0"/>
                    </a:moveTo>
                    <a:lnTo>
                      <a:pt x="0" y="2066"/>
                    </a:lnTo>
                    <a:lnTo>
                      <a:pt x="148" y="2052"/>
                    </a:lnTo>
                    <a:lnTo>
                      <a:pt x="148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0"/>
              <p:cNvSpPr/>
              <p:nvPr/>
            </p:nvSpPr>
            <p:spPr>
              <a:xfrm>
                <a:off x="2984931" y="4100806"/>
                <a:ext cx="160098" cy="15174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03" extrusionOk="0">
                    <a:moveTo>
                      <a:pt x="282" y="0"/>
                    </a:moveTo>
                    <a:cubicBezTo>
                      <a:pt x="121" y="0"/>
                      <a:pt x="0" y="121"/>
                      <a:pt x="0" y="282"/>
                    </a:cubicBezTo>
                    <a:lnTo>
                      <a:pt x="0" y="402"/>
                    </a:lnTo>
                    <a:lnTo>
                      <a:pt x="4252" y="402"/>
                    </a:lnTo>
                    <a:lnTo>
                      <a:pt x="4252" y="282"/>
                    </a:lnTo>
                    <a:cubicBezTo>
                      <a:pt x="4252" y="121"/>
                      <a:pt x="4118" y="0"/>
                      <a:pt x="39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0"/>
              <p:cNvSpPr/>
              <p:nvPr/>
            </p:nvSpPr>
            <p:spPr>
              <a:xfrm>
                <a:off x="3023299" y="4100806"/>
                <a:ext cx="6589" cy="11009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924" extrusionOk="0">
                    <a:moveTo>
                      <a:pt x="1" y="0"/>
                    </a:moveTo>
                    <a:lnTo>
                      <a:pt x="1" y="2924"/>
                    </a:lnTo>
                    <a:lnTo>
                      <a:pt x="175" y="2924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0"/>
              <p:cNvSpPr/>
              <p:nvPr/>
            </p:nvSpPr>
            <p:spPr>
              <a:xfrm>
                <a:off x="2966744" y="4122494"/>
                <a:ext cx="18224" cy="1419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377" extrusionOk="0">
                    <a:moveTo>
                      <a:pt x="483" y="1"/>
                    </a:moveTo>
                    <a:lnTo>
                      <a:pt x="202" y="14"/>
                    </a:lnTo>
                    <a:cubicBezTo>
                      <a:pt x="94" y="14"/>
                      <a:pt x="1" y="95"/>
                      <a:pt x="1" y="202"/>
                    </a:cubicBezTo>
                    <a:lnTo>
                      <a:pt x="1" y="376"/>
                    </a:lnTo>
                    <a:lnTo>
                      <a:pt x="483" y="376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0"/>
              <p:cNvSpPr/>
              <p:nvPr/>
            </p:nvSpPr>
            <p:spPr>
              <a:xfrm>
                <a:off x="2158783" y="4046774"/>
                <a:ext cx="68226" cy="44957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1194" extrusionOk="0">
                    <a:moveTo>
                      <a:pt x="1570" y="0"/>
                    </a:moveTo>
                    <a:lnTo>
                      <a:pt x="1489" y="40"/>
                    </a:lnTo>
                    <a:cubicBezTo>
                      <a:pt x="966" y="349"/>
                      <a:pt x="497" y="711"/>
                      <a:pt x="68" y="1127"/>
                    </a:cubicBezTo>
                    <a:cubicBezTo>
                      <a:pt x="54" y="1154"/>
                      <a:pt x="28" y="1180"/>
                      <a:pt x="1" y="1194"/>
                    </a:cubicBezTo>
                    <a:lnTo>
                      <a:pt x="926" y="1194"/>
                    </a:lnTo>
                    <a:cubicBezTo>
                      <a:pt x="1020" y="1194"/>
                      <a:pt x="1114" y="1140"/>
                      <a:pt x="1168" y="1060"/>
                    </a:cubicBezTo>
                    <a:lnTo>
                      <a:pt x="1208" y="1019"/>
                    </a:lnTo>
                    <a:lnTo>
                      <a:pt x="1744" y="228"/>
                    </a:lnTo>
                    <a:cubicBezTo>
                      <a:pt x="1811" y="134"/>
                      <a:pt x="1731" y="0"/>
                      <a:pt x="16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0"/>
              <p:cNvSpPr/>
              <p:nvPr/>
            </p:nvSpPr>
            <p:spPr>
              <a:xfrm>
                <a:off x="2161306" y="4049071"/>
                <a:ext cx="62390" cy="40138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066" extrusionOk="0">
                    <a:moveTo>
                      <a:pt x="1557" y="1"/>
                    </a:moveTo>
                    <a:cubicBezTo>
                      <a:pt x="1548" y="1"/>
                      <a:pt x="1539" y="3"/>
                      <a:pt x="1530" y="6"/>
                    </a:cubicBezTo>
                    <a:cubicBezTo>
                      <a:pt x="1396" y="20"/>
                      <a:pt x="1262" y="73"/>
                      <a:pt x="1141" y="154"/>
                    </a:cubicBezTo>
                    <a:cubicBezTo>
                      <a:pt x="738" y="422"/>
                      <a:pt x="350" y="717"/>
                      <a:pt x="1" y="1066"/>
                    </a:cubicBezTo>
                    <a:lnTo>
                      <a:pt x="832" y="1066"/>
                    </a:lnTo>
                    <a:cubicBezTo>
                      <a:pt x="913" y="1066"/>
                      <a:pt x="993" y="1025"/>
                      <a:pt x="1047" y="958"/>
                    </a:cubicBezTo>
                    <a:lnTo>
                      <a:pt x="1127" y="824"/>
                    </a:lnTo>
                    <a:lnTo>
                      <a:pt x="1194" y="730"/>
                    </a:lnTo>
                    <a:lnTo>
                      <a:pt x="1610" y="127"/>
                    </a:lnTo>
                    <a:cubicBezTo>
                      <a:pt x="1657" y="69"/>
                      <a:pt x="1613" y="1"/>
                      <a:pt x="15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0"/>
              <p:cNvSpPr/>
              <p:nvPr/>
            </p:nvSpPr>
            <p:spPr>
              <a:xfrm>
                <a:off x="2204871" y="4045757"/>
                <a:ext cx="81216" cy="46011"/>
              </a:xfrm>
              <a:custGeom>
                <a:avLst/>
                <a:gdLst/>
                <a:ahLst/>
                <a:cxnLst/>
                <a:rect l="l" t="t" r="r" b="b"/>
                <a:pathLst>
                  <a:path w="2157" h="1222" extrusionOk="0">
                    <a:moveTo>
                      <a:pt x="869" y="0"/>
                    </a:moveTo>
                    <a:cubicBezTo>
                      <a:pt x="802" y="0"/>
                      <a:pt x="735" y="27"/>
                      <a:pt x="695" y="81"/>
                    </a:cubicBezTo>
                    <a:lnTo>
                      <a:pt x="105" y="912"/>
                    </a:lnTo>
                    <a:cubicBezTo>
                      <a:pt x="1" y="1042"/>
                      <a:pt x="97" y="1221"/>
                      <a:pt x="249" y="1221"/>
                    </a:cubicBezTo>
                    <a:cubicBezTo>
                      <a:pt x="255" y="1221"/>
                      <a:pt x="260" y="1221"/>
                      <a:pt x="265" y="1221"/>
                    </a:cubicBezTo>
                    <a:lnTo>
                      <a:pt x="1955" y="1221"/>
                    </a:lnTo>
                    <a:cubicBezTo>
                      <a:pt x="2063" y="1221"/>
                      <a:pt x="2156" y="1127"/>
                      <a:pt x="2156" y="1020"/>
                    </a:cubicBezTo>
                    <a:lnTo>
                      <a:pt x="2156" y="202"/>
                    </a:lnTo>
                    <a:cubicBezTo>
                      <a:pt x="2156" y="94"/>
                      <a:pt x="2063" y="0"/>
                      <a:pt x="19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0"/>
              <p:cNvSpPr/>
              <p:nvPr/>
            </p:nvSpPr>
            <p:spPr>
              <a:xfrm>
                <a:off x="2209803" y="4048280"/>
                <a:ext cx="73761" cy="40928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087" extrusionOk="0">
                    <a:moveTo>
                      <a:pt x="738" y="0"/>
                    </a:moveTo>
                    <a:cubicBezTo>
                      <a:pt x="698" y="0"/>
                      <a:pt x="657" y="27"/>
                      <a:pt x="631" y="54"/>
                    </a:cubicBezTo>
                    <a:lnTo>
                      <a:pt x="202" y="644"/>
                    </a:lnTo>
                    <a:lnTo>
                      <a:pt x="134" y="738"/>
                    </a:lnTo>
                    <a:lnTo>
                      <a:pt x="27" y="872"/>
                    </a:lnTo>
                    <a:cubicBezTo>
                      <a:pt x="14" y="899"/>
                      <a:pt x="0" y="939"/>
                      <a:pt x="14" y="966"/>
                    </a:cubicBezTo>
                    <a:cubicBezTo>
                      <a:pt x="14" y="1033"/>
                      <a:pt x="67" y="1087"/>
                      <a:pt x="134" y="1087"/>
                    </a:cubicBezTo>
                    <a:lnTo>
                      <a:pt x="1824" y="1087"/>
                    </a:lnTo>
                    <a:cubicBezTo>
                      <a:pt x="1905" y="1087"/>
                      <a:pt x="1958" y="1020"/>
                      <a:pt x="1958" y="953"/>
                    </a:cubicBezTo>
                    <a:lnTo>
                      <a:pt x="1958" y="135"/>
                    </a:lnTo>
                    <a:cubicBezTo>
                      <a:pt x="1958" y="121"/>
                      <a:pt x="1958" y="94"/>
                      <a:pt x="1945" y="81"/>
                    </a:cubicBezTo>
                    <a:cubicBezTo>
                      <a:pt x="1932" y="54"/>
                      <a:pt x="1918" y="41"/>
                      <a:pt x="1891" y="27"/>
                    </a:cubicBezTo>
                    <a:cubicBezTo>
                      <a:pt x="1878" y="14"/>
                      <a:pt x="1851" y="0"/>
                      <a:pt x="1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0"/>
              <p:cNvSpPr/>
              <p:nvPr/>
            </p:nvSpPr>
            <p:spPr>
              <a:xfrm>
                <a:off x="2288574" y="4045757"/>
                <a:ext cx="48007" cy="45974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221" extrusionOk="0">
                    <a:moveTo>
                      <a:pt x="202" y="0"/>
                    </a:moveTo>
                    <a:cubicBezTo>
                      <a:pt x="81" y="0"/>
                      <a:pt x="0" y="94"/>
                      <a:pt x="0" y="202"/>
                    </a:cubicBezTo>
                    <a:lnTo>
                      <a:pt x="0" y="1020"/>
                    </a:lnTo>
                    <a:cubicBezTo>
                      <a:pt x="0" y="1140"/>
                      <a:pt x="81" y="1221"/>
                      <a:pt x="202" y="1221"/>
                    </a:cubicBezTo>
                    <a:lnTo>
                      <a:pt x="1073" y="1221"/>
                    </a:lnTo>
                    <a:cubicBezTo>
                      <a:pt x="1181" y="1221"/>
                      <a:pt x="1275" y="1140"/>
                      <a:pt x="1275" y="1020"/>
                    </a:cubicBezTo>
                    <a:lnTo>
                      <a:pt x="1275" y="202"/>
                    </a:lnTo>
                    <a:cubicBezTo>
                      <a:pt x="1275" y="94"/>
                      <a:pt x="1181" y="0"/>
                      <a:pt x="10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0"/>
              <p:cNvSpPr/>
              <p:nvPr/>
            </p:nvSpPr>
            <p:spPr>
              <a:xfrm>
                <a:off x="2291097" y="4048280"/>
                <a:ext cx="42962" cy="40928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087" extrusionOk="0">
                    <a:moveTo>
                      <a:pt x="135" y="0"/>
                    </a:moveTo>
                    <a:cubicBezTo>
                      <a:pt x="54" y="0"/>
                      <a:pt x="1" y="67"/>
                      <a:pt x="1" y="135"/>
                    </a:cubicBezTo>
                    <a:lnTo>
                      <a:pt x="1" y="953"/>
                    </a:lnTo>
                    <a:cubicBezTo>
                      <a:pt x="1" y="1033"/>
                      <a:pt x="54" y="1087"/>
                      <a:pt x="135" y="1087"/>
                    </a:cubicBezTo>
                    <a:lnTo>
                      <a:pt x="1006" y="1087"/>
                    </a:lnTo>
                    <a:cubicBezTo>
                      <a:pt x="1073" y="1087"/>
                      <a:pt x="1140" y="1033"/>
                      <a:pt x="1140" y="953"/>
                    </a:cubicBezTo>
                    <a:lnTo>
                      <a:pt x="1140" y="135"/>
                    </a:lnTo>
                    <a:cubicBezTo>
                      <a:pt x="1140" y="67"/>
                      <a:pt x="1073" y="0"/>
                      <a:pt x="10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0"/>
              <p:cNvSpPr/>
              <p:nvPr/>
            </p:nvSpPr>
            <p:spPr>
              <a:xfrm>
                <a:off x="2430978" y="4010891"/>
                <a:ext cx="3577" cy="250502"/>
              </a:xfrm>
              <a:custGeom>
                <a:avLst/>
                <a:gdLst/>
                <a:ahLst/>
                <a:cxnLst/>
                <a:rect l="l" t="t" r="r" b="b"/>
                <a:pathLst>
                  <a:path w="95" h="6653" extrusionOk="0">
                    <a:moveTo>
                      <a:pt x="0" y="1"/>
                    </a:moveTo>
                    <a:lnTo>
                      <a:pt x="0" y="6653"/>
                    </a:lnTo>
                    <a:lnTo>
                      <a:pt x="94" y="6653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0"/>
              <p:cNvSpPr/>
              <p:nvPr/>
            </p:nvSpPr>
            <p:spPr>
              <a:xfrm>
                <a:off x="2404734" y="4261358"/>
                <a:ext cx="87391" cy="17207"/>
              </a:xfrm>
              <a:custGeom>
                <a:avLst/>
                <a:gdLst/>
                <a:ahLst/>
                <a:cxnLst/>
                <a:rect l="l" t="t" r="r" b="b"/>
                <a:pathLst>
                  <a:path w="2321" h="457" extrusionOk="0">
                    <a:moveTo>
                      <a:pt x="0" y="1"/>
                    </a:moveTo>
                    <a:lnTo>
                      <a:pt x="0" y="403"/>
                    </a:lnTo>
                    <a:cubicBezTo>
                      <a:pt x="0" y="430"/>
                      <a:pt x="27" y="457"/>
                      <a:pt x="67" y="457"/>
                    </a:cubicBezTo>
                    <a:lnTo>
                      <a:pt x="2266" y="457"/>
                    </a:lnTo>
                    <a:cubicBezTo>
                      <a:pt x="2293" y="457"/>
                      <a:pt x="2320" y="430"/>
                      <a:pt x="2320" y="403"/>
                    </a:cubicBezTo>
                    <a:lnTo>
                      <a:pt x="23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0"/>
              <p:cNvSpPr/>
              <p:nvPr/>
            </p:nvSpPr>
            <p:spPr>
              <a:xfrm>
                <a:off x="3617165" y="3736213"/>
                <a:ext cx="278252" cy="274713"/>
              </a:xfrm>
              <a:custGeom>
                <a:avLst/>
                <a:gdLst/>
                <a:ahLst/>
                <a:cxnLst/>
                <a:rect l="l" t="t" r="r" b="b"/>
                <a:pathLst>
                  <a:path w="7390" h="7296" extrusionOk="0">
                    <a:moveTo>
                      <a:pt x="6008" y="0"/>
                    </a:moveTo>
                    <a:cubicBezTo>
                      <a:pt x="5847" y="1100"/>
                      <a:pt x="5606" y="2186"/>
                      <a:pt x="5271" y="3246"/>
                    </a:cubicBezTo>
                    <a:cubicBezTo>
                      <a:pt x="4600" y="5325"/>
                      <a:pt x="2669" y="6746"/>
                      <a:pt x="483" y="6786"/>
                    </a:cubicBezTo>
                    <a:lnTo>
                      <a:pt x="469" y="6786"/>
                    </a:lnTo>
                    <a:cubicBezTo>
                      <a:pt x="362" y="6907"/>
                      <a:pt x="241" y="7028"/>
                      <a:pt x="134" y="7148"/>
                    </a:cubicBezTo>
                    <a:lnTo>
                      <a:pt x="0" y="7296"/>
                    </a:lnTo>
                    <a:lnTo>
                      <a:pt x="6880" y="7296"/>
                    </a:lnTo>
                    <a:lnTo>
                      <a:pt x="7390" y="295"/>
                    </a:lnTo>
                    <a:cubicBezTo>
                      <a:pt x="7390" y="134"/>
                      <a:pt x="7269" y="0"/>
                      <a:pt x="71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0"/>
              <p:cNvSpPr/>
              <p:nvPr/>
            </p:nvSpPr>
            <p:spPr>
              <a:xfrm>
                <a:off x="3617165" y="3736213"/>
                <a:ext cx="278252" cy="274713"/>
              </a:xfrm>
              <a:custGeom>
                <a:avLst/>
                <a:gdLst/>
                <a:ahLst/>
                <a:cxnLst/>
                <a:rect l="l" t="t" r="r" b="b"/>
                <a:pathLst>
                  <a:path w="7390" h="7296" extrusionOk="0">
                    <a:moveTo>
                      <a:pt x="7095" y="0"/>
                    </a:moveTo>
                    <a:cubicBezTo>
                      <a:pt x="7095" y="1623"/>
                      <a:pt x="6531" y="3340"/>
                      <a:pt x="5955" y="4694"/>
                    </a:cubicBezTo>
                    <a:cubicBezTo>
                      <a:pt x="5311" y="6183"/>
                      <a:pt x="3849" y="7148"/>
                      <a:pt x="2226" y="7148"/>
                    </a:cubicBezTo>
                    <a:lnTo>
                      <a:pt x="134" y="7148"/>
                    </a:lnTo>
                    <a:lnTo>
                      <a:pt x="0" y="7296"/>
                    </a:lnTo>
                    <a:lnTo>
                      <a:pt x="6880" y="7296"/>
                    </a:lnTo>
                    <a:lnTo>
                      <a:pt x="7390" y="295"/>
                    </a:lnTo>
                    <a:cubicBezTo>
                      <a:pt x="7390" y="134"/>
                      <a:pt x="7269" y="0"/>
                      <a:pt x="70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0"/>
              <p:cNvSpPr/>
              <p:nvPr/>
            </p:nvSpPr>
            <p:spPr>
              <a:xfrm>
                <a:off x="3694391" y="4055321"/>
                <a:ext cx="386352" cy="41606"/>
              </a:xfrm>
              <a:custGeom>
                <a:avLst/>
                <a:gdLst/>
                <a:ahLst/>
                <a:cxnLst/>
                <a:rect l="l" t="t" r="r" b="b"/>
                <a:pathLst>
                  <a:path w="10261" h="1105" extrusionOk="0">
                    <a:moveTo>
                      <a:pt x="10042" y="0"/>
                    </a:moveTo>
                    <a:cubicBezTo>
                      <a:pt x="10034" y="0"/>
                      <a:pt x="10027" y="0"/>
                      <a:pt x="10019" y="1"/>
                    </a:cubicBezTo>
                    <a:lnTo>
                      <a:pt x="1047" y="1"/>
                    </a:lnTo>
                    <a:cubicBezTo>
                      <a:pt x="671" y="1"/>
                      <a:pt x="323" y="149"/>
                      <a:pt x="81" y="417"/>
                    </a:cubicBezTo>
                    <a:cubicBezTo>
                      <a:pt x="41" y="457"/>
                      <a:pt x="14" y="497"/>
                      <a:pt x="14" y="551"/>
                    </a:cubicBezTo>
                    <a:cubicBezTo>
                      <a:pt x="1" y="631"/>
                      <a:pt x="41" y="712"/>
                      <a:pt x="108" y="766"/>
                    </a:cubicBezTo>
                    <a:lnTo>
                      <a:pt x="175" y="833"/>
                    </a:lnTo>
                    <a:cubicBezTo>
                      <a:pt x="404" y="1001"/>
                      <a:pt x="687" y="1105"/>
                      <a:pt x="985" y="1105"/>
                    </a:cubicBezTo>
                    <a:cubicBezTo>
                      <a:pt x="1019" y="1105"/>
                      <a:pt x="1053" y="1104"/>
                      <a:pt x="1087" y="1101"/>
                    </a:cubicBezTo>
                    <a:lnTo>
                      <a:pt x="10032" y="471"/>
                    </a:lnTo>
                    <a:cubicBezTo>
                      <a:pt x="10099" y="471"/>
                      <a:pt x="10153" y="444"/>
                      <a:pt x="10193" y="403"/>
                    </a:cubicBezTo>
                    <a:cubicBezTo>
                      <a:pt x="10234" y="350"/>
                      <a:pt x="10260" y="296"/>
                      <a:pt x="10260" y="229"/>
                    </a:cubicBezTo>
                    <a:cubicBezTo>
                      <a:pt x="10260" y="103"/>
                      <a:pt x="10165" y="0"/>
                      <a:pt x="100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0"/>
              <p:cNvSpPr/>
              <p:nvPr/>
            </p:nvSpPr>
            <p:spPr>
              <a:xfrm>
                <a:off x="3694391" y="4066466"/>
                <a:ext cx="385863" cy="30461"/>
              </a:xfrm>
              <a:custGeom>
                <a:avLst/>
                <a:gdLst/>
                <a:ahLst/>
                <a:cxnLst/>
                <a:rect l="l" t="t" r="r" b="b"/>
                <a:pathLst>
                  <a:path w="10248" h="809" extrusionOk="0">
                    <a:moveTo>
                      <a:pt x="10247" y="0"/>
                    </a:moveTo>
                    <a:cubicBezTo>
                      <a:pt x="8624" y="94"/>
                      <a:pt x="4105" y="362"/>
                      <a:pt x="2603" y="443"/>
                    </a:cubicBezTo>
                    <a:cubicBezTo>
                      <a:pt x="2338" y="457"/>
                      <a:pt x="2096" y="463"/>
                      <a:pt x="1875" y="463"/>
                    </a:cubicBezTo>
                    <a:cubicBezTo>
                      <a:pt x="608" y="463"/>
                      <a:pt x="49" y="266"/>
                      <a:pt x="14" y="255"/>
                    </a:cubicBezTo>
                    <a:lnTo>
                      <a:pt x="14" y="255"/>
                    </a:lnTo>
                    <a:cubicBezTo>
                      <a:pt x="1" y="335"/>
                      <a:pt x="41" y="416"/>
                      <a:pt x="108" y="470"/>
                    </a:cubicBezTo>
                    <a:lnTo>
                      <a:pt x="175" y="537"/>
                    </a:lnTo>
                    <a:cubicBezTo>
                      <a:pt x="404" y="705"/>
                      <a:pt x="687" y="809"/>
                      <a:pt x="985" y="809"/>
                    </a:cubicBezTo>
                    <a:cubicBezTo>
                      <a:pt x="1019" y="809"/>
                      <a:pt x="1053" y="808"/>
                      <a:pt x="1087" y="805"/>
                    </a:cubicBezTo>
                    <a:lnTo>
                      <a:pt x="10032" y="175"/>
                    </a:lnTo>
                    <a:cubicBezTo>
                      <a:pt x="10099" y="175"/>
                      <a:pt x="10153" y="148"/>
                      <a:pt x="10193" y="94"/>
                    </a:cubicBezTo>
                    <a:cubicBezTo>
                      <a:pt x="10220" y="67"/>
                      <a:pt x="10234" y="40"/>
                      <a:pt x="102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0"/>
              <p:cNvSpPr/>
              <p:nvPr/>
            </p:nvSpPr>
            <p:spPr>
              <a:xfrm>
                <a:off x="1988102" y="4107357"/>
                <a:ext cx="157613" cy="63143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1677" extrusionOk="0">
                    <a:moveTo>
                      <a:pt x="4172" y="0"/>
                    </a:moveTo>
                    <a:cubicBezTo>
                      <a:pt x="3152" y="175"/>
                      <a:pt x="2133" y="430"/>
                      <a:pt x="1154" y="778"/>
                    </a:cubicBezTo>
                    <a:cubicBezTo>
                      <a:pt x="832" y="872"/>
                      <a:pt x="524" y="1047"/>
                      <a:pt x="269" y="1288"/>
                    </a:cubicBezTo>
                    <a:cubicBezTo>
                      <a:pt x="148" y="1395"/>
                      <a:pt x="55" y="1529"/>
                      <a:pt x="1" y="1677"/>
                    </a:cubicBezTo>
                    <a:cubicBezTo>
                      <a:pt x="323" y="1476"/>
                      <a:pt x="1583" y="819"/>
                      <a:pt x="4172" y="819"/>
                    </a:cubicBezTo>
                    <a:cubicBezTo>
                      <a:pt x="4172" y="524"/>
                      <a:pt x="4185" y="242"/>
                      <a:pt x="41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0"/>
              <p:cNvSpPr/>
              <p:nvPr/>
            </p:nvSpPr>
            <p:spPr>
              <a:xfrm>
                <a:off x="2454210" y="4067483"/>
                <a:ext cx="87881" cy="40928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1087" extrusionOk="0">
                    <a:moveTo>
                      <a:pt x="1945" y="67"/>
                    </a:moveTo>
                    <a:cubicBezTo>
                      <a:pt x="2119" y="67"/>
                      <a:pt x="2267" y="215"/>
                      <a:pt x="2267" y="402"/>
                    </a:cubicBezTo>
                    <a:lnTo>
                      <a:pt x="2267" y="697"/>
                    </a:lnTo>
                    <a:cubicBezTo>
                      <a:pt x="2267" y="872"/>
                      <a:pt x="2119" y="1019"/>
                      <a:pt x="1945" y="1019"/>
                    </a:cubicBezTo>
                    <a:lnTo>
                      <a:pt x="389" y="1019"/>
                    </a:lnTo>
                    <a:cubicBezTo>
                      <a:pt x="215" y="1019"/>
                      <a:pt x="67" y="872"/>
                      <a:pt x="67" y="697"/>
                    </a:cubicBezTo>
                    <a:lnTo>
                      <a:pt x="67" y="402"/>
                    </a:lnTo>
                    <a:cubicBezTo>
                      <a:pt x="67" y="215"/>
                      <a:pt x="215" y="80"/>
                      <a:pt x="389" y="80"/>
                    </a:cubicBezTo>
                    <a:lnTo>
                      <a:pt x="1945" y="67"/>
                    </a:lnTo>
                    <a:close/>
                    <a:moveTo>
                      <a:pt x="389" y="0"/>
                    </a:moveTo>
                    <a:cubicBezTo>
                      <a:pt x="175" y="0"/>
                      <a:pt x="0" y="174"/>
                      <a:pt x="0" y="389"/>
                    </a:cubicBezTo>
                    <a:lnTo>
                      <a:pt x="0" y="684"/>
                    </a:lnTo>
                    <a:cubicBezTo>
                      <a:pt x="0" y="912"/>
                      <a:pt x="175" y="1086"/>
                      <a:pt x="389" y="1086"/>
                    </a:cubicBezTo>
                    <a:lnTo>
                      <a:pt x="1945" y="1086"/>
                    </a:lnTo>
                    <a:cubicBezTo>
                      <a:pt x="2159" y="1086"/>
                      <a:pt x="2334" y="912"/>
                      <a:pt x="2334" y="684"/>
                    </a:cubicBezTo>
                    <a:lnTo>
                      <a:pt x="2334" y="389"/>
                    </a:lnTo>
                    <a:cubicBezTo>
                      <a:pt x="2334" y="174"/>
                      <a:pt x="2159" y="0"/>
                      <a:pt x="194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0"/>
              <p:cNvSpPr/>
              <p:nvPr/>
            </p:nvSpPr>
            <p:spPr>
              <a:xfrm>
                <a:off x="2192106" y="4126033"/>
                <a:ext cx="54596" cy="40928"/>
              </a:xfrm>
              <a:custGeom>
                <a:avLst/>
                <a:gdLst/>
                <a:ahLst/>
                <a:cxnLst/>
                <a:rect l="l" t="t" r="r" b="b"/>
                <a:pathLst>
                  <a:path w="1450" h="1087" extrusionOk="0">
                    <a:moveTo>
                      <a:pt x="1060" y="68"/>
                    </a:moveTo>
                    <a:cubicBezTo>
                      <a:pt x="1235" y="68"/>
                      <a:pt x="1382" y="215"/>
                      <a:pt x="1382" y="403"/>
                    </a:cubicBezTo>
                    <a:lnTo>
                      <a:pt x="1382" y="685"/>
                    </a:lnTo>
                    <a:cubicBezTo>
                      <a:pt x="1382" y="872"/>
                      <a:pt x="1235" y="1020"/>
                      <a:pt x="1060" y="1020"/>
                    </a:cubicBezTo>
                    <a:lnTo>
                      <a:pt x="390" y="1020"/>
                    </a:lnTo>
                    <a:cubicBezTo>
                      <a:pt x="216" y="1020"/>
                      <a:pt x="68" y="872"/>
                      <a:pt x="68" y="685"/>
                    </a:cubicBezTo>
                    <a:lnTo>
                      <a:pt x="68" y="403"/>
                    </a:lnTo>
                    <a:cubicBezTo>
                      <a:pt x="68" y="215"/>
                      <a:pt x="216" y="81"/>
                      <a:pt x="390" y="81"/>
                    </a:cubicBezTo>
                    <a:lnTo>
                      <a:pt x="1060" y="68"/>
                    </a:lnTo>
                    <a:close/>
                    <a:moveTo>
                      <a:pt x="390" y="1"/>
                    </a:moveTo>
                    <a:cubicBezTo>
                      <a:pt x="175" y="1"/>
                      <a:pt x="1" y="175"/>
                      <a:pt x="1" y="403"/>
                    </a:cubicBezTo>
                    <a:lnTo>
                      <a:pt x="1" y="685"/>
                    </a:lnTo>
                    <a:cubicBezTo>
                      <a:pt x="1" y="913"/>
                      <a:pt x="175" y="1087"/>
                      <a:pt x="390" y="1087"/>
                    </a:cubicBezTo>
                    <a:lnTo>
                      <a:pt x="1060" y="1087"/>
                    </a:lnTo>
                    <a:cubicBezTo>
                      <a:pt x="1275" y="1087"/>
                      <a:pt x="1449" y="913"/>
                      <a:pt x="1449" y="685"/>
                    </a:cubicBezTo>
                    <a:lnTo>
                      <a:pt x="1449" y="403"/>
                    </a:lnTo>
                    <a:cubicBezTo>
                      <a:pt x="1449" y="175"/>
                      <a:pt x="1275" y="1"/>
                      <a:pt x="1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0"/>
              <p:cNvSpPr/>
              <p:nvPr/>
            </p:nvSpPr>
            <p:spPr>
              <a:xfrm>
                <a:off x="3425774" y="4118465"/>
                <a:ext cx="46990" cy="35393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940" extrusionOk="0">
                    <a:moveTo>
                      <a:pt x="912" y="54"/>
                    </a:moveTo>
                    <a:cubicBezTo>
                      <a:pt x="1073" y="54"/>
                      <a:pt x="1194" y="188"/>
                      <a:pt x="1194" y="336"/>
                    </a:cubicBezTo>
                    <a:lnTo>
                      <a:pt x="1194" y="604"/>
                    </a:lnTo>
                    <a:cubicBezTo>
                      <a:pt x="1194" y="752"/>
                      <a:pt x="1073" y="886"/>
                      <a:pt x="912" y="886"/>
                    </a:cubicBezTo>
                    <a:lnTo>
                      <a:pt x="336" y="886"/>
                    </a:lnTo>
                    <a:cubicBezTo>
                      <a:pt x="175" y="886"/>
                      <a:pt x="54" y="752"/>
                      <a:pt x="54" y="604"/>
                    </a:cubicBezTo>
                    <a:lnTo>
                      <a:pt x="54" y="336"/>
                    </a:lnTo>
                    <a:cubicBezTo>
                      <a:pt x="54" y="175"/>
                      <a:pt x="175" y="54"/>
                      <a:pt x="336" y="54"/>
                    </a:cubicBezTo>
                    <a:close/>
                    <a:moveTo>
                      <a:pt x="336" y="1"/>
                    </a:moveTo>
                    <a:cubicBezTo>
                      <a:pt x="148" y="1"/>
                      <a:pt x="0" y="161"/>
                      <a:pt x="0" y="336"/>
                    </a:cubicBezTo>
                    <a:lnTo>
                      <a:pt x="0" y="604"/>
                    </a:lnTo>
                    <a:cubicBezTo>
                      <a:pt x="0" y="778"/>
                      <a:pt x="148" y="926"/>
                      <a:pt x="336" y="939"/>
                    </a:cubicBezTo>
                    <a:lnTo>
                      <a:pt x="912" y="939"/>
                    </a:lnTo>
                    <a:cubicBezTo>
                      <a:pt x="1100" y="926"/>
                      <a:pt x="1247" y="778"/>
                      <a:pt x="1247" y="604"/>
                    </a:cubicBezTo>
                    <a:lnTo>
                      <a:pt x="1247" y="336"/>
                    </a:lnTo>
                    <a:cubicBezTo>
                      <a:pt x="1247" y="161"/>
                      <a:pt x="1100" y="1"/>
                      <a:pt x="9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0"/>
              <p:cNvSpPr/>
              <p:nvPr/>
            </p:nvSpPr>
            <p:spPr>
              <a:xfrm>
                <a:off x="2617813" y="4259362"/>
                <a:ext cx="600444" cy="8095"/>
              </a:xfrm>
              <a:custGeom>
                <a:avLst/>
                <a:gdLst/>
                <a:ahLst/>
                <a:cxnLst/>
                <a:rect l="l" t="t" r="r" b="b"/>
                <a:pathLst>
                  <a:path w="15947" h="215" extrusionOk="0">
                    <a:moveTo>
                      <a:pt x="15946" y="0"/>
                    </a:moveTo>
                    <a:cubicBezTo>
                      <a:pt x="15209" y="40"/>
                      <a:pt x="14471" y="54"/>
                      <a:pt x="13760" y="54"/>
                    </a:cubicBezTo>
                    <a:lnTo>
                      <a:pt x="1" y="54"/>
                    </a:lnTo>
                    <a:lnTo>
                      <a:pt x="1" y="215"/>
                    </a:lnTo>
                    <a:lnTo>
                      <a:pt x="15946" y="215"/>
                    </a:lnTo>
                    <a:lnTo>
                      <a:pt x="159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0"/>
              <p:cNvSpPr/>
              <p:nvPr/>
            </p:nvSpPr>
            <p:spPr>
              <a:xfrm>
                <a:off x="2172414" y="4076557"/>
                <a:ext cx="33887" cy="12651"/>
              </a:xfrm>
              <a:custGeom>
                <a:avLst/>
                <a:gdLst/>
                <a:ahLst/>
                <a:cxnLst/>
                <a:rect l="l" t="t" r="r" b="b"/>
                <a:pathLst>
                  <a:path w="900" h="336" extrusionOk="0">
                    <a:moveTo>
                      <a:pt x="899" y="0"/>
                    </a:moveTo>
                    <a:lnTo>
                      <a:pt x="1" y="336"/>
                    </a:lnTo>
                    <a:lnTo>
                      <a:pt x="189" y="336"/>
                    </a:lnTo>
                    <a:lnTo>
                      <a:pt x="832" y="94"/>
                    </a:lnTo>
                    <a:lnTo>
                      <a:pt x="8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0"/>
              <p:cNvSpPr/>
              <p:nvPr/>
            </p:nvSpPr>
            <p:spPr>
              <a:xfrm>
                <a:off x="2214849" y="4049297"/>
                <a:ext cx="68189" cy="27298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725" extrusionOk="0">
                    <a:moveTo>
                      <a:pt x="1771" y="0"/>
                    </a:moveTo>
                    <a:lnTo>
                      <a:pt x="68" y="631"/>
                    </a:lnTo>
                    <a:lnTo>
                      <a:pt x="0" y="724"/>
                    </a:lnTo>
                    <a:lnTo>
                      <a:pt x="1811" y="54"/>
                    </a:lnTo>
                    <a:cubicBezTo>
                      <a:pt x="1798" y="27"/>
                      <a:pt x="1784" y="14"/>
                      <a:pt x="17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0"/>
              <p:cNvSpPr/>
              <p:nvPr/>
            </p:nvSpPr>
            <p:spPr>
              <a:xfrm>
                <a:off x="2210293" y="4057882"/>
                <a:ext cx="73272" cy="31327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832" extrusionOk="0">
                    <a:moveTo>
                      <a:pt x="1945" y="0"/>
                    </a:moveTo>
                    <a:lnTo>
                      <a:pt x="1" y="724"/>
                    </a:lnTo>
                    <a:cubicBezTo>
                      <a:pt x="1" y="791"/>
                      <a:pt x="54" y="832"/>
                      <a:pt x="121" y="832"/>
                    </a:cubicBezTo>
                    <a:lnTo>
                      <a:pt x="202" y="832"/>
                    </a:lnTo>
                    <a:lnTo>
                      <a:pt x="1945" y="201"/>
                    </a:lnTo>
                    <a:lnTo>
                      <a:pt x="19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0"/>
              <p:cNvSpPr/>
              <p:nvPr/>
            </p:nvSpPr>
            <p:spPr>
              <a:xfrm>
                <a:off x="2291097" y="4048280"/>
                <a:ext cx="37389" cy="14157"/>
              </a:xfrm>
              <a:custGeom>
                <a:avLst/>
                <a:gdLst/>
                <a:ahLst/>
                <a:cxnLst/>
                <a:rect l="l" t="t" r="r" b="b"/>
                <a:pathLst>
                  <a:path w="993" h="376" extrusionOk="0">
                    <a:moveTo>
                      <a:pt x="483" y="0"/>
                    </a:moveTo>
                    <a:lnTo>
                      <a:pt x="1" y="188"/>
                    </a:lnTo>
                    <a:lnTo>
                      <a:pt x="1" y="376"/>
                    </a:lnTo>
                    <a:lnTo>
                      <a:pt x="99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8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Python</a:t>
            </a:r>
            <a:endParaRPr dirty="0"/>
          </a:p>
        </p:txBody>
      </p:sp>
      <p:graphicFrame>
        <p:nvGraphicFramePr>
          <p:cNvPr id="975" name="Google Shape;975;p38"/>
          <p:cNvGraphicFramePr/>
          <p:nvPr>
            <p:extLst>
              <p:ext uri="{D42A27DB-BD31-4B8C-83A1-F6EECF244321}">
                <p14:modId xmlns:p14="http://schemas.microsoft.com/office/powerpoint/2010/main" val="2021080854"/>
              </p:ext>
            </p:extLst>
          </p:nvPr>
        </p:nvGraphicFramePr>
        <p:xfrm>
          <a:off x="621100" y="1794400"/>
          <a:ext cx="7901800" cy="2253820"/>
        </p:xfrm>
        <a:graphic>
          <a:graphicData uri="http://schemas.openxmlformats.org/drawingml/2006/table">
            <a:tbl>
              <a:tblPr>
                <a:noFill/>
                <a:tableStyleId>{1C40FD0E-FECF-4FA1-A1BD-82065CCCFD74}</a:tableStyleId>
              </a:tblPr>
              <a:tblGrid>
                <a:gridCol w="283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Vazirmatn" panose="020B0604020202020204" charset="-78"/>
                          <a:ea typeface="Arial"/>
                          <a:cs typeface="Vazirmatn" panose="020B0604020202020204" charset="-78"/>
                          <a:sym typeface="Arial"/>
                        </a:rPr>
                        <a:t>pandas</a:t>
                      </a:r>
                      <a:endParaRPr sz="1100" b="1" dirty="0">
                        <a:solidFill>
                          <a:schemeClr val="accent6"/>
                        </a:solidFill>
                        <a:latin typeface="Vazirmatn" panose="020B0604020202020204" charset="-78"/>
                        <a:ea typeface="Vazirmatn"/>
                        <a:cs typeface="Vazirmatn" panose="020B0604020202020204" charset="-78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Читает 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csv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/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parquet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/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xls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/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xlsx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, приводит данные к тексту (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to_csv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) для дальнейшего 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regex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-анализа.</a:t>
                      </a:r>
                      <a:endParaRPr sz="1000" dirty="0">
                        <a:solidFill>
                          <a:schemeClr val="dk1"/>
                        </a:solidFill>
                        <a:latin typeface="Vazirmatn"/>
                        <a:ea typeface="Vazirmatn"/>
                        <a:cs typeface="Vazirmatn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chemeClr val="accent6"/>
                          </a:solidFill>
                          <a:effectLst/>
                          <a:latin typeface="Vazirmatn" panose="020B0604020202020204" charset="-78"/>
                          <a:ea typeface="Arial"/>
                          <a:cs typeface="Vazirmatn" panose="020B0604020202020204" charset="-78"/>
                          <a:sym typeface="Arial"/>
                        </a:rPr>
                        <a:t>pdfminer.six</a:t>
                      </a:r>
                      <a:r>
                        <a:rPr lang="ru-RU" sz="1400" b="1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Vazirmatn" panose="020B0604020202020204" charset="-78"/>
                          <a:sym typeface="Arial"/>
                        </a:rPr>
                        <a:t>, </a:t>
                      </a:r>
                      <a:r>
                        <a:rPr lang="en-US" sz="1400" b="1" i="0" u="none" strike="noStrike" cap="none" dirty="0" err="1">
                          <a:solidFill>
                            <a:schemeClr val="accent6"/>
                          </a:solidFill>
                          <a:effectLst/>
                          <a:latin typeface="Vazirmatn" panose="020B0604020202020204" charset="-78"/>
                          <a:ea typeface="Arial"/>
                          <a:cs typeface="Vazirmatn" panose="020B0604020202020204" charset="-78"/>
                          <a:sym typeface="Arial"/>
                        </a:rPr>
                        <a:t>pdfplumber</a:t>
                      </a:r>
                      <a:r>
                        <a:rPr lang="ru-RU" sz="1400" b="1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Arial"/>
                          <a:ea typeface="Arial"/>
                          <a:cs typeface="Vazirmatn" panose="020B0604020202020204" charset="-78"/>
                          <a:sym typeface="Arial"/>
                        </a:rPr>
                        <a:t>, </a:t>
                      </a:r>
                      <a:r>
                        <a:rPr lang="en-US" sz="1400" b="1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Vazirmatn" panose="020B0604020202020204" charset="-78"/>
                          <a:ea typeface="Arial"/>
                          <a:cs typeface="Vazirmatn" panose="020B0604020202020204" charset="-78"/>
                          <a:sym typeface="Arial"/>
                        </a:rPr>
                        <a:t>PyPDF2</a:t>
                      </a:r>
                      <a:endParaRPr sz="1100" b="1" dirty="0">
                        <a:solidFill>
                          <a:schemeClr val="accent6"/>
                        </a:solidFill>
                        <a:latin typeface="Vazirmatn" panose="020B0604020202020204" charset="-78"/>
                        <a:ea typeface="Vazirmatn"/>
                        <a:cs typeface="Vazirmatn" panose="020B0604020202020204" charset="-78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Основные движки извлечения текста из PDF, .</a:t>
                      </a:r>
                      <a:endParaRPr sz="1000" dirty="0">
                        <a:solidFill>
                          <a:schemeClr val="dk1"/>
                        </a:solidFill>
                        <a:latin typeface="Vazirmatn"/>
                        <a:ea typeface="Vazirmatn"/>
                        <a:cs typeface="Vazirmatn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chemeClr val="accent6"/>
                          </a:solidFill>
                          <a:effectLst/>
                          <a:latin typeface="Vazirmatn" panose="020B0604020202020204" charset="-78"/>
                          <a:ea typeface="Arial"/>
                          <a:cs typeface="Vazirmatn" panose="020B0604020202020204" charset="-78"/>
                          <a:sym typeface="Arial"/>
                        </a:rPr>
                        <a:t>pytesseract</a:t>
                      </a:r>
                      <a:endParaRPr sz="1100" b="1" dirty="0">
                        <a:solidFill>
                          <a:schemeClr val="accent6"/>
                        </a:solidFill>
                        <a:latin typeface="Vazirmatn" panose="020B0604020202020204" charset="-78"/>
                        <a:ea typeface="Vazirmatn"/>
                        <a:cs typeface="Vazirmatn" panose="020B0604020202020204" charset="-78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OCR-распознавание текста на изображениях (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tif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/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jpg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/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png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) и многостраничных TIFF.</a:t>
                      </a:r>
                      <a:endParaRPr sz="1000" dirty="0">
                        <a:solidFill>
                          <a:schemeClr val="dk1"/>
                        </a:solidFill>
                        <a:latin typeface="Vazirmatn"/>
                        <a:ea typeface="Vazirmatn"/>
                        <a:cs typeface="Vazirmatn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Vazirmatn" panose="020B0604020202020204" charset="-78"/>
                          <a:ea typeface="Arial"/>
                          <a:cs typeface="Vazirmatn" panose="020B0604020202020204" charset="-78"/>
                          <a:sym typeface="Arial"/>
                        </a:rPr>
                        <a:t>Pillow (PIL)</a:t>
                      </a:r>
                      <a:br>
                        <a:rPr lang="en-US" sz="1100" dirty="0">
                          <a:solidFill>
                            <a:schemeClr val="accent6"/>
                          </a:solidFill>
                          <a:latin typeface="Vazirmatn" panose="020B0604020202020204" charset="-78"/>
                          <a:cs typeface="Vazirmatn" panose="020B0604020202020204" charset="-78"/>
                        </a:rPr>
                      </a:br>
                      <a:endParaRPr sz="1100" b="1" dirty="0">
                        <a:solidFill>
                          <a:schemeClr val="accent6"/>
                        </a:solidFill>
                        <a:latin typeface="Vazirmatn" panose="020B0604020202020204" charset="-78"/>
                        <a:ea typeface="Vazirmatn"/>
                        <a:cs typeface="Vazirmatn" panose="020B0604020202020204" charset="-78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Открывает и обрабатывает изображения для OCR (конвертация в 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grayscale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, переход по кадрам TIFF).</a:t>
                      </a:r>
                      <a:endParaRPr sz="1000" dirty="0">
                        <a:solidFill>
                          <a:schemeClr val="dk1"/>
                        </a:solidFill>
                        <a:latin typeface="Vazirmatn"/>
                        <a:ea typeface="Vazirmatn"/>
                        <a:cs typeface="Vazirmatn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chemeClr val="accent6"/>
                          </a:solidFill>
                          <a:effectLst/>
                          <a:latin typeface="Vazirmatn" panose="020B0604020202020204" charset="-78"/>
                          <a:ea typeface="Arial"/>
                          <a:cs typeface="Vazirmatn" panose="020B0604020202020204" charset="-78"/>
                          <a:sym typeface="Arial"/>
                        </a:rPr>
                        <a:t>chardet</a:t>
                      </a:r>
                      <a:endParaRPr sz="1100" b="1" dirty="0">
                        <a:solidFill>
                          <a:schemeClr val="accent6"/>
                        </a:solidFill>
                        <a:latin typeface="Vazirmatn" panose="020B0604020202020204" charset="-78"/>
                        <a:ea typeface="Vazirmatn"/>
                        <a:cs typeface="Vazirmatn" panose="020B0604020202020204" charset="-78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Автоопределение кодировки байтовых файлов перед декодированием в строку.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000" dirty="0">
                        <a:solidFill>
                          <a:schemeClr val="dk1"/>
                        </a:solidFill>
                        <a:latin typeface="Vazirmatn"/>
                        <a:ea typeface="Vazirmatn"/>
                        <a:cs typeface="Vazirmatn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accent6"/>
                          </a:solidFill>
                          <a:effectLst/>
                          <a:latin typeface="Vazirmatn" panose="020B0604020202020204" charset="-78"/>
                          <a:ea typeface="Arial"/>
                          <a:cs typeface="Vazirmatn" panose="020B0604020202020204" charset="-78"/>
                          <a:sym typeface="Arial"/>
                        </a:rPr>
                        <a:t>python-docx</a:t>
                      </a:r>
                      <a:endParaRPr sz="1100" b="1" dirty="0">
                        <a:solidFill>
                          <a:schemeClr val="accent6"/>
                        </a:solidFill>
                        <a:latin typeface="Vazirmatn" panose="020B0604020202020204" charset="-78"/>
                        <a:ea typeface="Vazirmatn"/>
                        <a:cs typeface="Vazirmatn" panose="020B0604020202020204" charset="-78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Извлечение текста из .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docx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Vazirmatn"/>
                          <a:ea typeface="Vazirmatn"/>
                          <a:cs typeface="Vazirmatn"/>
                          <a:sym typeface="Vazirmatn"/>
                        </a:rPr>
                        <a:t> (параграфы + таблицы).</a:t>
                      </a:r>
                      <a:endParaRPr sz="1000" dirty="0">
                        <a:solidFill>
                          <a:schemeClr val="dk1"/>
                        </a:solidFill>
                        <a:latin typeface="Vazirmatn"/>
                        <a:ea typeface="Vazirmatn"/>
                        <a:cs typeface="Vazirmatn"/>
                        <a:sym typeface="Vazirmatn"/>
                      </a:endParaRPr>
                    </a:p>
                  </a:txBody>
                  <a:tcPr marL="91425" marR="9142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76" name="Google Shape;976;p38"/>
          <p:cNvSpPr txBox="1"/>
          <p:nvPr/>
        </p:nvSpPr>
        <p:spPr>
          <a:xfrm>
            <a:off x="720000" y="1236390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r>
              <a:rPr lang="ru-RU" sz="1200" b="1" dirty="0">
                <a:solidFill>
                  <a:schemeClr val="dk1"/>
                </a:solidFill>
                <a:latin typeface="Vazirmatn"/>
                <a:ea typeface="Vazirmatn"/>
                <a:cs typeface="Vazirmatn"/>
                <a:sym typeface="Vazirmatn"/>
              </a:rPr>
              <a:t>Скрипт фиксирует только высокоценные идентификаторы и распределяет на риски </a:t>
            </a:r>
            <a:r>
              <a:rPr lang="ru-RU" sz="1200" b="1" dirty="0">
                <a:cs typeface="Vazirmatn" panose="020B0604020202020204" charset="-78"/>
              </a:rPr>
              <a:t>УЗ-1..УЗ-4</a:t>
            </a:r>
            <a:endParaRPr lang="ru-RU" b="1" dirty="0">
              <a:cs typeface="Vazirmatn" panose="020B0604020202020204" charset="-7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b="1" dirty="0">
              <a:solidFill>
                <a:schemeClr val="dk1"/>
              </a:solidFill>
              <a:latin typeface="Vazirmatn"/>
              <a:ea typeface="Vazirmatn"/>
              <a:cs typeface="Vazirmatn"/>
              <a:sym typeface="Vazirmatn"/>
            </a:endParaRPr>
          </a:p>
        </p:txBody>
      </p:sp>
      <p:grpSp>
        <p:nvGrpSpPr>
          <p:cNvPr id="979" name="Google Shape;979;p38"/>
          <p:cNvGrpSpPr/>
          <p:nvPr/>
        </p:nvGrpSpPr>
        <p:grpSpPr>
          <a:xfrm>
            <a:off x="65693" y="4281600"/>
            <a:ext cx="863343" cy="805960"/>
            <a:chOff x="7939225" y="342675"/>
            <a:chExt cx="1204777" cy="1124700"/>
          </a:xfrm>
        </p:grpSpPr>
        <p:sp>
          <p:nvSpPr>
            <p:cNvPr id="980" name="Google Shape;980;p38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8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8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8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8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8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42"/>
          <p:cNvSpPr txBox="1">
            <a:spLocks noGrp="1"/>
          </p:cNvSpPr>
          <p:nvPr>
            <p:ph type="title"/>
          </p:nvPr>
        </p:nvSpPr>
        <p:spPr>
          <a:xfrm>
            <a:off x="2337273" y="1034275"/>
            <a:ext cx="4469400" cy="154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WHOA!</a:t>
            </a:r>
            <a:endParaRPr dirty="0"/>
          </a:p>
        </p:txBody>
      </p:sp>
      <p:sp>
        <p:nvSpPr>
          <p:cNvPr id="1307" name="Google Shape;1307;p42"/>
          <p:cNvSpPr txBox="1">
            <a:spLocks noGrp="1"/>
          </p:cNvSpPr>
          <p:nvPr>
            <p:ph type="subTitle" idx="1"/>
          </p:nvPr>
        </p:nvSpPr>
        <p:spPr>
          <a:xfrm>
            <a:off x="2337273" y="2725469"/>
            <a:ext cx="4469400" cy="8389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Первоначальный полученный результат нас удивил!!!</a:t>
            </a:r>
            <a:br>
              <a:rPr lang="ru-RU" dirty="0"/>
            </a:br>
            <a:r>
              <a:rPr lang="ru-RU" dirty="0"/>
              <a:t>Счет составил 0%</a:t>
            </a:r>
            <a:endParaRPr dirty="0"/>
          </a:p>
        </p:txBody>
      </p:sp>
      <p:grpSp>
        <p:nvGrpSpPr>
          <p:cNvPr id="1308" name="Google Shape;1308;p42"/>
          <p:cNvGrpSpPr/>
          <p:nvPr/>
        </p:nvGrpSpPr>
        <p:grpSpPr>
          <a:xfrm>
            <a:off x="8230993" y="4281600"/>
            <a:ext cx="863343" cy="805960"/>
            <a:chOff x="7939225" y="342675"/>
            <a:chExt cx="1204777" cy="1124700"/>
          </a:xfrm>
        </p:grpSpPr>
        <p:sp>
          <p:nvSpPr>
            <p:cNvPr id="1309" name="Google Shape;1309;p42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2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2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2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2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2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5" name="Google Shape;1315;p42"/>
          <p:cNvGrpSpPr/>
          <p:nvPr/>
        </p:nvGrpSpPr>
        <p:grpSpPr>
          <a:xfrm flipH="1">
            <a:off x="2242105" y="3708691"/>
            <a:ext cx="4659785" cy="1476489"/>
            <a:chOff x="-228243" y="3687525"/>
            <a:chExt cx="4408918" cy="1578626"/>
          </a:xfrm>
        </p:grpSpPr>
        <p:sp>
          <p:nvSpPr>
            <p:cNvPr id="1316" name="Google Shape;1316;p42"/>
            <p:cNvSpPr/>
            <p:nvPr/>
          </p:nvSpPr>
          <p:spPr>
            <a:xfrm>
              <a:off x="-228243" y="3780163"/>
              <a:ext cx="954375" cy="386525"/>
            </a:xfrm>
            <a:custGeom>
              <a:avLst/>
              <a:gdLst/>
              <a:ahLst/>
              <a:cxnLst/>
              <a:rect l="l" t="t" r="r" b="b"/>
              <a:pathLst>
                <a:path w="38175" h="15461" extrusionOk="0">
                  <a:moveTo>
                    <a:pt x="8725" y="1"/>
                  </a:moveTo>
                  <a:cubicBezTo>
                    <a:pt x="7423" y="1"/>
                    <a:pt x="6366" y="328"/>
                    <a:pt x="5653" y="1078"/>
                  </a:cubicBezTo>
                  <a:cubicBezTo>
                    <a:pt x="0" y="6981"/>
                    <a:pt x="38175" y="15461"/>
                    <a:pt x="38175" y="15461"/>
                  </a:cubicBezTo>
                  <a:cubicBezTo>
                    <a:pt x="38175" y="15461"/>
                    <a:pt x="17671" y="1"/>
                    <a:pt x="8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2"/>
            <p:cNvSpPr/>
            <p:nvPr/>
          </p:nvSpPr>
          <p:spPr>
            <a:xfrm>
              <a:off x="1311675" y="3687525"/>
              <a:ext cx="268350" cy="404200"/>
            </a:xfrm>
            <a:custGeom>
              <a:avLst/>
              <a:gdLst/>
              <a:ahLst/>
              <a:cxnLst/>
              <a:rect l="l" t="t" r="r" b="b"/>
              <a:pathLst>
                <a:path w="10734" h="16168" extrusionOk="0">
                  <a:moveTo>
                    <a:pt x="4559" y="0"/>
                  </a:moveTo>
                  <a:cubicBezTo>
                    <a:pt x="4390" y="0"/>
                    <a:pt x="4218" y="34"/>
                    <a:pt x="4043" y="104"/>
                  </a:cubicBezTo>
                  <a:cubicBezTo>
                    <a:pt x="0" y="1750"/>
                    <a:pt x="10734" y="16168"/>
                    <a:pt x="10734" y="16168"/>
                  </a:cubicBezTo>
                  <a:cubicBezTo>
                    <a:pt x="10734" y="16168"/>
                    <a:pt x="8279" y="0"/>
                    <a:pt x="45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2"/>
            <p:cNvSpPr/>
            <p:nvPr/>
          </p:nvSpPr>
          <p:spPr>
            <a:xfrm>
              <a:off x="-41829" y="3859084"/>
              <a:ext cx="4042312" cy="1149475"/>
            </a:xfrm>
            <a:custGeom>
              <a:avLst/>
              <a:gdLst/>
              <a:ahLst/>
              <a:cxnLst/>
              <a:rect l="l" t="t" r="r" b="b"/>
              <a:pathLst>
                <a:path w="139306" h="45979" extrusionOk="0">
                  <a:moveTo>
                    <a:pt x="69234" y="1"/>
                  </a:moveTo>
                  <a:cubicBezTo>
                    <a:pt x="68914" y="1"/>
                    <a:pt x="68590" y="13"/>
                    <a:pt x="68264" y="40"/>
                  </a:cubicBezTo>
                  <a:cubicBezTo>
                    <a:pt x="55813" y="1041"/>
                    <a:pt x="58962" y="17642"/>
                    <a:pt x="58962" y="17642"/>
                  </a:cubicBezTo>
                  <a:cubicBezTo>
                    <a:pt x="58962" y="17642"/>
                    <a:pt x="49087" y="10666"/>
                    <a:pt x="39177" y="6551"/>
                  </a:cubicBezTo>
                  <a:cubicBezTo>
                    <a:pt x="38310" y="6187"/>
                    <a:pt x="37496" y="6021"/>
                    <a:pt x="36731" y="6021"/>
                  </a:cubicBezTo>
                  <a:cubicBezTo>
                    <a:pt x="28780" y="6021"/>
                    <a:pt x="26190" y="23975"/>
                    <a:pt x="26190" y="23975"/>
                  </a:cubicBezTo>
                  <a:cubicBezTo>
                    <a:pt x="26190" y="23975"/>
                    <a:pt x="24503" y="21363"/>
                    <a:pt x="18619" y="21363"/>
                  </a:cubicBezTo>
                  <a:cubicBezTo>
                    <a:pt x="16743" y="21363"/>
                    <a:pt x="14440" y="21628"/>
                    <a:pt x="11628" y="22329"/>
                  </a:cubicBezTo>
                  <a:cubicBezTo>
                    <a:pt x="0" y="25227"/>
                    <a:pt x="4795" y="45799"/>
                    <a:pt x="4795" y="45799"/>
                  </a:cubicBezTo>
                  <a:lnTo>
                    <a:pt x="135741" y="45978"/>
                  </a:lnTo>
                  <a:cubicBezTo>
                    <a:pt x="139306" y="28710"/>
                    <a:pt x="132213" y="24557"/>
                    <a:pt x="124565" y="24557"/>
                  </a:cubicBezTo>
                  <a:cubicBezTo>
                    <a:pt x="117476" y="24557"/>
                    <a:pt x="109909" y="28125"/>
                    <a:pt x="109909" y="28125"/>
                  </a:cubicBezTo>
                  <a:cubicBezTo>
                    <a:pt x="109909" y="28125"/>
                    <a:pt x="113809" y="14852"/>
                    <a:pt x="101645" y="12991"/>
                  </a:cubicBezTo>
                  <a:cubicBezTo>
                    <a:pt x="100142" y="12766"/>
                    <a:pt x="98811" y="12667"/>
                    <a:pt x="97631" y="12667"/>
                  </a:cubicBezTo>
                  <a:cubicBezTo>
                    <a:pt x="89256" y="12667"/>
                    <a:pt x="88514" y="17642"/>
                    <a:pt x="88514" y="17642"/>
                  </a:cubicBezTo>
                  <a:cubicBezTo>
                    <a:pt x="88514" y="17642"/>
                    <a:pt x="81118" y="1"/>
                    <a:pt x="692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2"/>
            <p:cNvSpPr/>
            <p:nvPr/>
          </p:nvSpPr>
          <p:spPr>
            <a:xfrm>
              <a:off x="-51174" y="4105955"/>
              <a:ext cx="4041761" cy="1149450"/>
            </a:xfrm>
            <a:custGeom>
              <a:avLst/>
              <a:gdLst/>
              <a:ahLst/>
              <a:cxnLst/>
              <a:rect l="l" t="t" r="r" b="b"/>
              <a:pathLst>
                <a:path w="139287" h="45978" extrusionOk="0">
                  <a:moveTo>
                    <a:pt x="69198" y="0"/>
                  </a:moveTo>
                  <a:cubicBezTo>
                    <a:pt x="68878" y="0"/>
                    <a:pt x="68555" y="13"/>
                    <a:pt x="68228" y="39"/>
                  </a:cubicBezTo>
                  <a:cubicBezTo>
                    <a:pt x="55813" y="1005"/>
                    <a:pt x="58926" y="17642"/>
                    <a:pt x="58926" y="17642"/>
                  </a:cubicBezTo>
                  <a:cubicBezTo>
                    <a:pt x="58926" y="17642"/>
                    <a:pt x="49051" y="10665"/>
                    <a:pt x="39177" y="6551"/>
                  </a:cubicBezTo>
                  <a:cubicBezTo>
                    <a:pt x="38310" y="6187"/>
                    <a:pt x="37496" y="6020"/>
                    <a:pt x="36730" y="6020"/>
                  </a:cubicBezTo>
                  <a:cubicBezTo>
                    <a:pt x="28774" y="6020"/>
                    <a:pt x="26154" y="23975"/>
                    <a:pt x="26154" y="23975"/>
                  </a:cubicBezTo>
                  <a:cubicBezTo>
                    <a:pt x="26154" y="23975"/>
                    <a:pt x="24471" y="21347"/>
                    <a:pt x="18618" y="21347"/>
                  </a:cubicBezTo>
                  <a:cubicBezTo>
                    <a:pt x="16743" y="21347"/>
                    <a:pt x="14440" y="21617"/>
                    <a:pt x="11628" y="22329"/>
                  </a:cubicBezTo>
                  <a:cubicBezTo>
                    <a:pt x="0" y="25227"/>
                    <a:pt x="6154" y="43938"/>
                    <a:pt x="6154" y="43938"/>
                  </a:cubicBezTo>
                  <a:lnTo>
                    <a:pt x="135741" y="45978"/>
                  </a:lnTo>
                  <a:cubicBezTo>
                    <a:pt x="139287" y="28710"/>
                    <a:pt x="132195" y="24557"/>
                    <a:pt x="124552" y="24557"/>
                  </a:cubicBezTo>
                  <a:cubicBezTo>
                    <a:pt x="117467" y="24557"/>
                    <a:pt x="109909" y="28125"/>
                    <a:pt x="109909" y="28125"/>
                  </a:cubicBezTo>
                  <a:cubicBezTo>
                    <a:pt x="109909" y="28125"/>
                    <a:pt x="113809" y="14851"/>
                    <a:pt x="101609" y="12991"/>
                  </a:cubicBezTo>
                  <a:cubicBezTo>
                    <a:pt x="100107" y="12765"/>
                    <a:pt x="98775" y="12667"/>
                    <a:pt x="97595" y="12667"/>
                  </a:cubicBezTo>
                  <a:cubicBezTo>
                    <a:pt x="89221" y="12667"/>
                    <a:pt x="88478" y="17642"/>
                    <a:pt x="88478" y="17642"/>
                  </a:cubicBezTo>
                  <a:cubicBezTo>
                    <a:pt x="88478" y="17642"/>
                    <a:pt x="81082" y="0"/>
                    <a:pt x="691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2"/>
            <p:cNvSpPr/>
            <p:nvPr/>
          </p:nvSpPr>
          <p:spPr>
            <a:xfrm>
              <a:off x="868539" y="4406726"/>
              <a:ext cx="2314233" cy="859425"/>
            </a:xfrm>
            <a:custGeom>
              <a:avLst/>
              <a:gdLst/>
              <a:ahLst/>
              <a:cxnLst/>
              <a:rect l="l" t="t" r="r" b="b"/>
              <a:pathLst>
                <a:path w="79753" h="34377" extrusionOk="0">
                  <a:moveTo>
                    <a:pt x="39626" y="0"/>
                  </a:moveTo>
                  <a:cubicBezTo>
                    <a:pt x="39442" y="0"/>
                    <a:pt x="39257" y="10"/>
                    <a:pt x="39070" y="30"/>
                  </a:cubicBezTo>
                  <a:cubicBezTo>
                    <a:pt x="31950" y="781"/>
                    <a:pt x="33739" y="13196"/>
                    <a:pt x="33739" y="13196"/>
                  </a:cubicBezTo>
                  <a:cubicBezTo>
                    <a:pt x="33739" y="13196"/>
                    <a:pt x="28086" y="7972"/>
                    <a:pt x="22433" y="4895"/>
                  </a:cubicBezTo>
                  <a:cubicBezTo>
                    <a:pt x="21936" y="4621"/>
                    <a:pt x="21469" y="4497"/>
                    <a:pt x="21030" y="4497"/>
                  </a:cubicBezTo>
                  <a:cubicBezTo>
                    <a:pt x="16479" y="4497"/>
                    <a:pt x="14991" y="17918"/>
                    <a:pt x="14991" y="17918"/>
                  </a:cubicBezTo>
                  <a:cubicBezTo>
                    <a:pt x="14991" y="17918"/>
                    <a:pt x="14028" y="15971"/>
                    <a:pt x="10673" y="15971"/>
                  </a:cubicBezTo>
                  <a:cubicBezTo>
                    <a:pt x="9596" y="15971"/>
                    <a:pt x="8273" y="16172"/>
                    <a:pt x="6655" y="16702"/>
                  </a:cubicBezTo>
                  <a:cubicBezTo>
                    <a:pt x="1" y="18849"/>
                    <a:pt x="3507" y="32838"/>
                    <a:pt x="3507" y="32838"/>
                  </a:cubicBezTo>
                  <a:lnTo>
                    <a:pt x="77710" y="34376"/>
                  </a:lnTo>
                  <a:cubicBezTo>
                    <a:pt x="79752" y="21470"/>
                    <a:pt x="75694" y="18366"/>
                    <a:pt x="71317" y="18366"/>
                  </a:cubicBezTo>
                  <a:cubicBezTo>
                    <a:pt x="67262" y="18366"/>
                    <a:pt x="62933" y="21031"/>
                    <a:pt x="62933" y="21031"/>
                  </a:cubicBezTo>
                  <a:cubicBezTo>
                    <a:pt x="62933" y="21031"/>
                    <a:pt x="65152" y="11085"/>
                    <a:pt x="58175" y="9725"/>
                  </a:cubicBezTo>
                  <a:cubicBezTo>
                    <a:pt x="57305" y="9550"/>
                    <a:pt x="56534" y="9474"/>
                    <a:pt x="55853" y="9474"/>
                  </a:cubicBezTo>
                  <a:cubicBezTo>
                    <a:pt x="51100" y="9474"/>
                    <a:pt x="50662" y="13196"/>
                    <a:pt x="50662" y="13196"/>
                  </a:cubicBezTo>
                  <a:cubicBezTo>
                    <a:pt x="50662" y="13196"/>
                    <a:pt x="46422" y="0"/>
                    <a:pt x="396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2"/>
            <p:cNvSpPr/>
            <p:nvPr/>
          </p:nvSpPr>
          <p:spPr>
            <a:xfrm flipH="1">
              <a:off x="3226300" y="3859950"/>
              <a:ext cx="954375" cy="386525"/>
            </a:xfrm>
            <a:custGeom>
              <a:avLst/>
              <a:gdLst/>
              <a:ahLst/>
              <a:cxnLst/>
              <a:rect l="l" t="t" r="r" b="b"/>
              <a:pathLst>
                <a:path w="38175" h="15461" extrusionOk="0">
                  <a:moveTo>
                    <a:pt x="8725" y="1"/>
                  </a:moveTo>
                  <a:cubicBezTo>
                    <a:pt x="7423" y="1"/>
                    <a:pt x="6366" y="328"/>
                    <a:pt x="5653" y="1078"/>
                  </a:cubicBezTo>
                  <a:cubicBezTo>
                    <a:pt x="0" y="6981"/>
                    <a:pt x="38175" y="15461"/>
                    <a:pt x="38175" y="15461"/>
                  </a:cubicBezTo>
                  <a:cubicBezTo>
                    <a:pt x="38175" y="15461"/>
                    <a:pt x="17671" y="1"/>
                    <a:pt x="8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2"/>
            <p:cNvSpPr/>
            <p:nvPr/>
          </p:nvSpPr>
          <p:spPr>
            <a:xfrm flipH="1">
              <a:off x="2521475" y="3687525"/>
              <a:ext cx="268350" cy="404200"/>
            </a:xfrm>
            <a:custGeom>
              <a:avLst/>
              <a:gdLst/>
              <a:ahLst/>
              <a:cxnLst/>
              <a:rect l="l" t="t" r="r" b="b"/>
              <a:pathLst>
                <a:path w="10734" h="16168" extrusionOk="0">
                  <a:moveTo>
                    <a:pt x="4559" y="0"/>
                  </a:moveTo>
                  <a:cubicBezTo>
                    <a:pt x="4390" y="0"/>
                    <a:pt x="4218" y="34"/>
                    <a:pt x="4043" y="104"/>
                  </a:cubicBezTo>
                  <a:cubicBezTo>
                    <a:pt x="0" y="1750"/>
                    <a:pt x="10734" y="16168"/>
                    <a:pt x="10734" y="16168"/>
                  </a:cubicBezTo>
                  <a:cubicBezTo>
                    <a:pt x="10734" y="16168"/>
                    <a:pt x="8279" y="0"/>
                    <a:pt x="45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3" name="Google Shape;1323;p42"/>
          <p:cNvSpPr/>
          <p:nvPr/>
        </p:nvSpPr>
        <p:spPr>
          <a:xfrm>
            <a:off x="1683519" y="2282583"/>
            <a:ext cx="1719603" cy="317932"/>
          </a:xfrm>
          <a:custGeom>
            <a:avLst/>
            <a:gdLst/>
            <a:ahLst/>
            <a:cxnLst/>
            <a:rect l="l" t="t" r="r" b="b"/>
            <a:pathLst>
              <a:path w="65081" h="13597" extrusionOk="0">
                <a:moveTo>
                  <a:pt x="65080" y="11664"/>
                </a:moveTo>
                <a:cubicBezTo>
                  <a:pt x="65080" y="11664"/>
                  <a:pt x="63558" y="11827"/>
                  <a:pt x="61003" y="12058"/>
                </a:cubicBezTo>
                <a:lnTo>
                  <a:pt x="61003" y="12058"/>
                </a:lnTo>
                <a:cubicBezTo>
                  <a:pt x="62650" y="11979"/>
                  <a:pt x="64036" y="11849"/>
                  <a:pt x="65080" y="11664"/>
                </a:cubicBezTo>
                <a:close/>
                <a:moveTo>
                  <a:pt x="21396" y="1"/>
                </a:moveTo>
                <a:lnTo>
                  <a:pt x="21396" y="1"/>
                </a:lnTo>
                <a:cubicBezTo>
                  <a:pt x="21395" y="1"/>
                  <a:pt x="1" y="2541"/>
                  <a:pt x="7299" y="9804"/>
                </a:cubicBezTo>
                <a:cubicBezTo>
                  <a:pt x="10219" y="12723"/>
                  <a:pt x="20128" y="13596"/>
                  <a:pt x="30936" y="13596"/>
                </a:cubicBezTo>
                <a:cubicBezTo>
                  <a:pt x="42346" y="13596"/>
                  <a:pt x="54759" y="12623"/>
                  <a:pt x="61003" y="12058"/>
                </a:cubicBezTo>
                <a:lnTo>
                  <a:pt x="61003" y="12058"/>
                </a:lnTo>
                <a:cubicBezTo>
                  <a:pt x="59633" y="12124"/>
                  <a:pt x="58081" y="12156"/>
                  <a:pt x="56393" y="12156"/>
                </a:cubicBezTo>
                <a:cubicBezTo>
                  <a:pt x="40113" y="12156"/>
                  <a:pt x="11216" y="9226"/>
                  <a:pt x="10663" y="6226"/>
                </a:cubicBezTo>
                <a:cubicBezTo>
                  <a:pt x="9947" y="2505"/>
                  <a:pt x="21395" y="1"/>
                  <a:pt x="2139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42"/>
          <p:cNvSpPr/>
          <p:nvPr/>
        </p:nvSpPr>
        <p:spPr>
          <a:xfrm>
            <a:off x="5746496" y="2280162"/>
            <a:ext cx="1713922" cy="322795"/>
          </a:xfrm>
          <a:custGeom>
            <a:avLst/>
            <a:gdLst/>
            <a:ahLst/>
            <a:cxnLst/>
            <a:rect l="l" t="t" r="r" b="b"/>
            <a:pathLst>
              <a:path w="64866" h="13805" extrusionOk="0">
                <a:moveTo>
                  <a:pt x="0" y="12487"/>
                </a:moveTo>
                <a:lnTo>
                  <a:pt x="0" y="12487"/>
                </a:lnTo>
                <a:cubicBezTo>
                  <a:pt x="1025" y="12647"/>
                  <a:pt x="2375" y="12747"/>
                  <a:pt x="3978" y="12795"/>
                </a:cubicBezTo>
                <a:lnTo>
                  <a:pt x="3978" y="12795"/>
                </a:lnTo>
                <a:cubicBezTo>
                  <a:pt x="1484" y="12617"/>
                  <a:pt x="1" y="12487"/>
                  <a:pt x="0" y="12487"/>
                </a:cubicBezTo>
                <a:close/>
                <a:moveTo>
                  <a:pt x="43435" y="0"/>
                </a:moveTo>
                <a:cubicBezTo>
                  <a:pt x="43435" y="0"/>
                  <a:pt x="54919" y="2290"/>
                  <a:pt x="54311" y="5975"/>
                </a:cubicBezTo>
                <a:cubicBezTo>
                  <a:pt x="53761" y="9154"/>
                  <a:pt x="22037" y="12828"/>
                  <a:pt x="6378" y="12828"/>
                </a:cubicBezTo>
                <a:cubicBezTo>
                  <a:pt x="5528" y="12828"/>
                  <a:pt x="4726" y="12817"/>
                  <a:pt x="3978" y="12795"/>
                </a:cubicBezTo>
                <a:lnTo>
                  <a:pt x="3978" y="12795"/>
                </a:lnTo>
                <a:cubicBezTo>
                  <a:pt x="9424" y="13185"/>
                  <a:pt x="19690" y="13805"/>
                  <a:pt x="29864" y="13805"/>
                </a:cubicBezTo>
                <a:cubicBezTo>
                  <a:pt x="42245" y="13805"/>
                  <a:pt x="54490" y="12886"/>
                  <a:pt x="57746" y="9517"/>
                </a:cubicBezTo>
                <a:cubicBezTo>
                  <a:pt x="64865" y="2111"/>
                  <a:pt x="43436" y="0"/>
                  <a:pt x="4343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472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5">
          <a:extLst>
            <a:ext uri="{FF2B5EF4-FFF2-40B4-BE49-F238E27FC236}">
              <a16:creationId xmlns:a16="http://schemas.microsoft.com/office/drawing/2014/main" id="{5561EB45-49FD-060C-693A-E2398DFAE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0">
            <a:extLst>
              <a:ext uri="{FF2B5EF4-FFF2-40B4-BE49-F238E27FC236}">
                <a16:creationId xmlns:a16="http://schemas.microsoft.com/office/drawing/2014/main" id="{1878AECC-7F13-9BAA-DE08-987EA120E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/>
              <a:t>Вторая зона отчуждения: бомбические </a:t>
            </a:r>
            <a:r>
              <a:rPr lang="ru-RU" sz="2800" dirty="0" err="1"/>
              <a:t>ПДн</a:t>
            </a:r>
            <a:endParaRPr sz="2800" dirty="0"/>
          </a:p>
        </p:txBody>
      </p:sp>
      <p:sp>
        <p:nvSpPr>
          <p:cNvPr id="1137" name="Google Shape;1137;p40">
            <a:extLst>
              <a:ext uri="{FF2B5EF4-FFF2-40B4-BE49-F238E27FC236}">
                <a16:creationId xmlns:a16="http://schemas.microsoft.com/office/drawing/2014/main" id="{209F62C6-D5AB-1172-AE88-6401F8CC99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7047" y="1365231"/>
            <a:ext cx="5972127" cy="2695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/>
              <a:t>СНИЛС</a:t>
            </a:r>
            <a:br>
              <a:rPr lang="ru-RU" dirty="0"/>
            </a:br>
            <a:r>
              <a:rPr lang="en-US" dirty="0"/>
              <a:t>Regex + </a:t>
            </a:r>
            <a:r>
              <a:rPr lang="ru-RU" b="1" dirty="0"/>
              <a:t>валидация контрольной суммы</a:t>
            </a:r>
            <a:r>
              <a:rPr lang="ru-RU" dirty="0"/>
              <a:t> (</a:t>
            </a:r>
            <a:r>
              <a:rPr lang="en-US" dirty="0" err="1"/>
              <a:t>validate_snils</a:t>
            </a:r>
            <a:r>
              <a:rPr lang="en-US" dirty="0"/>
              <a:t>)</a:t>
            </a:r>
          </a:p>
          <a:p>
            <a:r>
              <a:rPr lang="ru-RU" b="1" dirty="0"/>
              <a:t>ИНН физлица (12 цифр)</a:t>
            </a:r>
            <a:br>
              <a:rPr lang="ru-RU" dirty="0"/>
            </a:br>
            <a:r>
              <a:rPr lang="en-US" dirty="0"/>
              <a:t>Regex + </a:t>
            </a:r>
            <a:r>
              <a:rPr lang="ru-RU" b="1" dirty="0"/>
              <a:t>валидация контрольных разрядов</a:t>
            </a:r>
            <a:r>
              <a:rPr lang="ru-RU" dirty="0"/>
              <a:t> (</a:t>
            </a:r>
            <a:r>
              <a:rPr lang="en-US" dirty="0"/>
              <a:t>validate_inn12)</a:t>
            </a:r>
          </a:p>
          <a:p>
            <a:r>
              <a:rPr lang="ru-RU" b="1" dirty="0"/>
              <a:t>Банковская карта</a:t>
            </a:r>
            <a:br>
              <a:rPr lang="ru-RU" dirty="0"/>
            </a:br>
            <a:r>
              <a:rPr lang="en-US" dirty="0"/>
              <a:t>Regex + </a:t>
            </a:r>
            <a:r>
              <a:rPr lang="ru-RU" b="1" dirty="0"/>
              <a:t>алгоритм Луна</a:t>
            </a:r>
            <a:r>
              <a:rPr lang="ru-RU" dirty="0"/>
              <a:t> (</a:t>
            </a:r>
            <a:r>
              <a:rPr lang="en-US" dirty="0" err="1"/>
              <a:t>validate_luhn</a:t>
            </a:r>
            <a:r>
              <a:rPr lang="en-US" dirty="0"/>
              <a:t>)</a:t>
            </a:r>
          </a:p>
          <a:p>
            <a:r>
              <a:rPr lang="ru-RU" b="1" dirty="0"/>
              <a:t>Паспорт РФ</a:t>
            </a:r>
            <a:br>
              <a:rPr lang="ru-RU" dirty="0"/>
            </a:br>
            <a:r>
              <a:rPr lang="ru-RU" dirty="0"/>
              <a:t>Контекстные паттерны (паспорт/серия/выдан + номер)</a:t>
            </a:r>
          </a:p>
          <a:p>
            <a:r>
              <a:rPr lang="en-US" b="1" dirty="0"/>
              <a:t>MRZ</a:t>
            </a:r>
            <a:br>
              <a:rPr lang="en-US" dirty="0"/>
            </a:br>
            <a:r>
              <a:rPr lang="ru-RU" dirty="0"/>
              <a:t>Машиночитаемая зона документа (</a:t>
            </a:r>
            <a:r>
              <a:rPr lang="en-US" dirty="0"/>
              <a:t>P&lt;RUS...)</a:t>
            </a:r>
          </a:p>
          <a:p>
            <a:r>
              <a:rPr lang="ru-RU" b="1" dirty="0"/>
              <a:t>Лицевой/расчётный счёт физлица</a:t>
            </a:r>
            <a:endParaRPr lang="ru-RU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138" name="Google Shape;1138;p40">
            <a:extLst>
              <a:ext uri="{FF2B5EF4-FFF2-40B4-BE49-F238E27FC236}">
                <a16:creationId xmlns:a16="http://schemas.microsoft.com/office/drawing/2014/main" id="{E6A22344-E297-AF0F-DBAD-D1D61D3D17B4}"/>
              </a:ext>
            </a:extLst>
          </p:cNvPr>
          <p:cNvGrpSpPr/>
          <p:nvPr/>
        </p:nvGrpSpPr>
        <p:grpSpPr>
          <a:xfrm>
            <a:off x="1984600" y="4331563"/>
            <a:ext cx="7263225" cy="554025"/>
            <a:chOff x="1984600" y="3736175"/>
            <a:chExt cx="7263225" cy="554025"/>
          </a:xfrm>
        </p:grpSpPr>
        <p:sp>
          <p:nvSpPr>
            <p:cNvPr id="1139" name="Google Shape;1139;p40">
              <a:extLst>
                <a:ext uri="{FF2B5EF4-FFF2-40B4-BE49-F238E27FC236}">
                  <a16:creationId xmlns:a16="http://schemas.microsoft.com/office/drawing/2014/main" id="{FD3B4E74-163D-6D19-0851-B2A0E972F644}"/>
                </a:ext>
              </a:extLst>
            </p:cNvPr>
            <p:cNvSpPr/>
            <p:nvPr/>
          </p:nvSpPr>
          <p:spPr>
            <a:xfrm>
              <a:off x="3429925" y="4067700"/>
              <a:ext cx="5817900" cy="15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0" name="Google Shape;1140;p40">
              <a:extLst>
                <a:ext uri="{FF2B5EF4-FFF2-40B4-BE49-F238E27FC236}">
                  <a16:creationId xmlns:a16="http://schemas.microsoft.com/office/drawing/2014/main" id="{5CE5A15B-2E6F-7F2F-52C0-2CCD42102465}"/>
                </a:ext>
              </a:extLst>
            </p:cNvPr>
            <p:cNvGrpSpPr/>
            <p:nvPr/>
          </p:nvGrpSpPr>
          <p:grpSpPr>
            <a:xfrm>
              <a:off x="1984600" y="3736175"/>
              <a:ext cx="2096143" cy="554025"/>
              <a:chOff x="1984600" y="3736175"/>
              <a:chExt cx="2096143" cy="554025"/>
            </a:xfrm>
          </p:grpSpPr>
          <p:sp>
            <p:nvSpPr>
              <p:cNvPr id="1141" name="Google Shape;1141;p40">
                <a:extLst>
                  <a:ext uri="{FF2B5EF4-FFF2-40B4-BE49-F238E27FC236}">
                    <a16:creationId xmlns:a16="http://schemas.microsoft.com/office/drawing/2014/main" id="{DF3EBDD6-0B96-BC70-6823-D7D477B4CA8B}"/>
                  </a:ext>
                </a:extLst>
              </p:cNvPr>
              <p:cNvSpPr/>
              <p:nvPr/>
            </p:nvSpPr>
            <p:spPr>
              <a:xfrm>
                <a:off x="3334352" y="4231574"/>
                <a:ext cx="87391" cy="27825"/>
              </a:xfrm>
              <a:custGeom>
                <a:avLst/>
                <a:gdLst/>
                <a:ahLst/>
                <a:cxnLst/>
                <a:rect l="l" t="t" r="r" b="b"/>
                <a:pathLst>
                  <a:path w="2321" h="739" extrusionOk="0">
                    <a:moveTo>
                      <a:pt x="2321" y="1"/>
                    </a:moveTo>
                    <a:lnTo>
                      <a:pt x="1" y="282"/>
                    </a:lnTo>
                    <a:lnTo>
                      <a:pt x="1" y="591"/>
                    </a:lnTo>
                    <a:cubicBezTo>
                      <a:pt x="1" y="671"/>
                      <a:pt x="68" y="738"/>
                      <a:pt x="148" y="738"/>
                    </a:cubicBezTo>
                    <a:lnTo>
                      <a:pt x="2160" y="738"/>
                    </a:lnTo>
                    <a:cubicBezTo>
                      <a:pt x="2254" y="738"/>
                      <a:pt x="2321" y="671"/>
                      <a:pt x="2321" y="591"/>
                    </a:cubicBezTo>
                    <a:lnTo>
                      <a:pt x="232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0">
                <a:extLst>
                  <a:ext uri="{FF2B5EF4-FFF2-40B4-BE49-F238E27FC236}">
                    <a16:creationId xmlns:a16="http://schemas.microsoft.com/office/drawing/2014/main" id="{EE2907E6-776A-F24D-AE8D-F99253AF554B}"/>
                  </a:ext>
                </a:extLst>
              </p:cNvPr>
              <p:cNvSpPr/>
              <p:nvPr/>
            </p:nvSpPr>
            <p:spPr>
              <a:xfrm>
                <a:off x="2617813" y="4254806"/>
                <a:ext cx="600444" cy="35393"/>
              </a:xfrm>
              <a:custGeom>
                <a:avLst/>
                <a:gdLst/>
                <a:ahLst/>
                <a:cxnLst/>
                <a:rect l="l" t="t" r="r" b="b"/>
                <a:pathLst>
                  <a:path w="15947" h="940" extrusionOk="0">
                    <a:moveTo>
                      <a:pt x="1" y="1"/>
                    </a:moveTo>
                    <a:lnTo>
                      <a:pt x="1" y="591"/>
                    </a:lnTo>
                    <a:cubicBezTo>
                      <a:pt x="1" y="792"/>
                      <a:pt x="148" y="939"/>
                      <a:pt x="349" y="939"/>
                    </a:cubicBezTo>
                    <a:lnTo>
                      <a:pt x="15598" y="939"/>
                    </a:lnTo>
                    <a:cubicBezTo>
                      <a:pt x="15785" y="939"/>
                      <a:pt x="15946" y="792"/>
                      <a:pt x="15946" y="591"/>
                    </a:cubicBezTo>
                    <a:lnTo>
                      <a:pt x="1594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0">
                <a:extLst>
                  <a:ext uri="{FF2B5EF4-FFF2-40B4-BE49-F238E27FC236}">
                    <a16:creationId xmlns:a16="http://schemas.microsoft.com/office/drawing/2014/main" id="{C3D7EF80-F127-022A-A005-D3543D945BCC}"/>
                  </a:ext>
                </a:extLst>
              </p:cNvPr>
              <p:cNvSpPr/>
              <p:nvPr/>
            </p:nvSpPr>
            <p:spPr>
              <a:xfrm>
                <a:off x="1984600" y="4106868"/>
                <a:ext cx="160588" cy="154526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4104" extrusionOk="0">
                    <a:moveTo>
                      <a:pt x="4265" y="0"/>
                    </a:moveTo>
                    <a:lnTo>
                      <a:pt x="4238" y="13"/>
                    </a:lnTo>
                    <a:cubicBezTo>
                      <a:pt x="3219" y="188"/>
                      <a:pt x="2226" y="456"/>
                      <a:pt x="1247" y="791"/>
                    </a:cubicBezTo>
                    <a:cubicBezTo>
                      <a:pt x="925" y="885"/>
                      <a:pt x="617" y="1060"/>
                      <a:pt x="362" y="1301"/>
                    </a:cubicBezTo>
                    <a:cubicBezTo>
                      <a:pt x="241" y="1408"/>
                      <a:pt x="148" y="1542"/>
                      <a:pt x="94" y="1690"/>
                    </a:cubicBezTo>
                    <a:cubicBezTo>
                      <a:pt x="27" y="1837"/>
                      <a:pt x="0" y="1985"/>
                      <a:pt x="0" y="2132"/>
                    </a:cubicBezTo>
                    <a:cubicBezTo>
                      <a:pt x="13" y="2763"/>
                      <a:pt x="443" y="3326"/>
                      <a:pt x="1059" y="3500"/>
                    </a:cubicBezTo>
                    <a:cubicBezTo>
                      <a:pt x="1891" y="3782"/>
                      <a:pt x="3085" y="4104"/>
                      <a:pt x="4265" y="4104"/>
                    </a:cubicBezTo>
                    <a:lnTo>
                      <a:pt x="426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0">
                <a:extLst>
                  <a:ext uri="{FF2B5EF4-FFF2-40B4-BE49-F238E27FC236}">
                    <a16:creationId xmlns:a16="http://schemas.microsoft.com/office/drawing/2014/main" id="{69584F85-006E-7276-C651-4709ED1ED04F}"/>
                  </a:ext>
                </a:extLst>
              </p:cNvPr>
              <p:cNvSpPr/>
              <p:nvPr/>
            </p:nvSpPr>
            <p:spPr>
              <a:xfrm>
                <a:off x="2144663" y="4010401"/>
                <a:ext cx="1840115" cy="250992"/>
              </a:xfrm>
              <a:custGeom>
                <a:avLst/>
                <a:gdLst/>
                <a:ahLst/>
                <a:cxnLst/>
                <a:rect l="l" t="t" r="r" b="b"/>
                <a:pathLst>
                  <a:path w="48871" h="6666" extrusionOk="0">
                    <a:moveTo>
                      <a:pt x="5539" y="1"/>
                    </a:moveTo>
                    <a:cubicBezTo>
                      <a:pt x="4252" y="1"/>
                      <a:pt x="2978" y="349"/>
                      <a:pt x="1851" y="1006"/>
                    </a:cubicBezTo>
                    <a:cubicBezTo>
                      <a:pt x="1341" y="1315"/>
                      <a:pt x="872" y="1677"/>
                      <a:pt x="443" y="2093"/>
                    </a:cubicBezTo>
                    <a:cubicBezTo>
                      <a:pt x="322" y="2213"/>
                      <a:pt x="215" y="2321"/>
                      <a:pt x="108" y="2441"/>
                    </a:cubicBezTo>
                    <a:cubicBezTo>
                      <a:pt x="41" y="2522"/>
                      <a:pt x="0" y="2562"/>
                      <a:pt x="0" y="2562"/>
                    </a:cubicBezTo>
                    <a:lnTo>
                      <a:pt x="0" y="6666"/>
                    </a:lnTo>
                    <a:lnTo>
                      <a:pt x="26326" y="6666"/>
                    </a:lnTo>
                    <a:cubicBezTo>
                      <a:pt x="34628" y="6666"/>
                      <a:pt x="44471" y="3702"/>
                      <a:pt x="47744" y="2629"/>
                    </a:cubicBezTo>
                    <a:cubicBezTo>
                      <a:pt x="47918" y="2575"/>
                      <a:pt x="48079" y="2482"/>
                      <a:pt x="48227" y="2374"/>
                    </a:cubicBezTo>
                    <a:cubicBezTo>
                      <a:pt x="48334" y="2294"/>
                      <a:pt x="48428" y="2200"/>
                      <a:pt x="48522" y="2093"/>
                    </a:cubicBezTo>
                    <a:lnTo>
                      <a:pt x="48562" y="2039"/>
                    </a:lnTo>
                    <a:cubicBezTo>
                      <a:pt x="48642" y="1918"/>
                      <a:pt x="48709" y="1784"/>
                      <a:pt x="48763" y="1650"/>
                    </a:cubicBezTo>
                    <a:cubicBezTo>
                      <a:pt x="48790" y="1570"/>
                      <a:pt x="48817" y="1503"/>
                      <a:pt x="48830" y="1422"/>
                    </a:cubicBezTo>
                    <a:cubicBezTo>
                      <a:pt x="48857" y="1301"/>
                      <a:pt x="48870" y="1194"/>
                      <a:pt x="48870" y="1087"/>
                    </a:cubicBezTo>
                    <a:cubicBezTo>
                      <a:pt x="48870" y="483"/>
                      <a:pt x="48388" y="1"/>
                      <a:pt x="477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0">
                <a:extLst>
                  <a:ext uri="{FF2B5EF4-FFF2-40B4-BE49-F238E27FC236}">
                    <a16:creationId xmlns:a16="http://schemas.microsoft.com/office/drawing/2014/main" id="{3448E9A7-84A6-05C7-C620-7DB9EE0FE8D1}"/>
                  </a:ext>
                </a:extLst>
              </p:cNvPr>
              <p:cNvSpPr/>
              <p:nvPr/>
            </p:nvSpPr>
            <p:spPr>
              <a:xfrm>
                <a:off x="2144663" y="4109391"/>
                <a:ext cx="1797681" cy="152003"/>
              </a:xfrm>
              <a:custGeom>
                <a:avLst/>
                <a:gdLst/>
                <a:ahLst/>
                <a:cxnLst/>
                <a:rect l="l" t="t" r="r" b="b"/>
                <a:pathLst>
                  <a:path w="47744" h="4037" extrusionOk="0">
                    <a:moveTo>
                      <a:pt x="47744" y="0"/>
                    </a:moveTo>
                    <a:cubicBezTo>
                      <a:pt x="47476" y="67"/>
                      <a:pt x="36291" y="2629"/>
                      <a:pt x="20761" y="2629"/>
                    </a:cubicBezTo>
                    <a:cubicBezTo>
                      <a:pt x="11319" y="2629"/>
                      <a:pt x="4198" y="2428"/>
                      <a:pt x="0" y="2267"/>
                    </a:cubicBezTo>
                    <a:lnTo>
                      <a:pt x="0" y="4037"/>
                    </a:lnTo>
                    <a:lnTo>
                      <a:pt x="26326" y="4037"/>
                    </a:lnTo>
                    <a:cubicBezTo>
                      <a:pt x="27037" y="4037"/>
                      <a:pt x="27775" y="4023"/>
                      <a:pt x="28512" y="3983"/>
                    </a:cubicBezTo>
                    <a:cubicBezTo>
                      <a:pt x="36277" y="3541"/>
                      <a:pt x="44740" y="979"/>
                      <a:pt x="4774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0">
                <a:extLst>
                  <a:ext uri="{FF2B5EF4-FFF2-40B4-BE49-F238E27FC236}">
                    <a16:creationId xmlns:a16="http://schemas.microsoft.com/office/drawing/2014/main" id="{7371DE5F-CC37-1B1E-045C-9632A23D459A}"/>
                  </a:ext>
                </a:extLst>
              </p:cNvPr>
              <p:cNvSpPr/>
              <p:nvPr/>
            </p:nvSpPr>
            <p:spPr>
              <a:xfrm>
                <a:off x="1984600" y="4187144"/>
                <a:ext cx="160588" cy="74251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197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3" y="631"/>
                      <a:pt x="443" y="1194"/>
                      <a:pt x="1059" y="1368"/>
                    </a:cubicBezTo>
                    <a:cubicBezTo>
                      <a:pt x="1891" y="1650"/>
                      <a:pt x="3085" y="1972"/>
                      <a:pt x="4265" y="1972"/>
                    </a:cubicBezTo>
                    <a:lnTo>
                      <a:pt x="4265" y="202"/>
                    </a:lnTo>
                    <a:cubicBezTo>
                      <a:pt x="1489" y="9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0">
                <a:extLst>
                  <a:ext uri="{FF2B5EF4-FFF2-40B4-BE49-F238E27FC236}">
                    <a16:creationId xmlns:a16="http://schemas.microsoft.com/office/drawing/2014/main" id="{FAC8C2C4-EAD6-CA39-704B-B0F27F422729}"/>
                  </a:ext>
                </a:extLst>
              </p:cNvPr>
              <p:cNvSpPr/>
              <p:nvPr/>
            </p:nvSpPr>
            <p:spPr>
              <a:xfrm>
                <a:off x="2144663" y="4010401"/>
                <a:ext cx="1468448" cy="127793"/>
              </a:xfrm>
              <a:custGeom>
                <a:avLst/>
                <a:gdLst/>
                <a:ahLst/>
                <a:cxnLst/>
                <a:rect l="l" t="t" r="r" b="b"/>
                <a:pathLst>
                  <a:path w="39000" h="3394" extrusionOk="0">
                    <a:moveTo>
                      <a:pt x="5553" y="1"/>
                    </a:moveTo>
                    <a:cubicBezTo>
                      <a:pt x="4278" y="1"/>
                      <a:pt x="3045" y="336"/>
                      <a:pt x="1945" y="966"/>
                    </a:cubicBezTo>
                    <a:lnTo>
                      <a:pt x="1851" y="1006"/>
                    </a:lnTo>
                    <a:cubicBezTo>
                      <a:pt x="1341" y="1315"/>
                      <a:pt x="872" y="1677"/>
                      <a:pt x="443" y="2093"/>
                    </a:cubicBezTo>
                    <a:cubicBezTo>
                      <a:pt x="416" y="2120"/>
                      <a:pt x="403" y="2133"/>
                      <a:pt x="376" y="2160"/>
                    </a:cubicBezTo>
                    <a:cubicBezTo>
                      <a:pt x="269" y="2254"/>
                      <a:pt x="188" y="2348"/>
                      <a:pt x="108" y="2441"/>
                    </a:cubicBezTo>
                    <a:cubicBezTo>
                      <a:pt x="41" y="2522"/>
                      <a:pt x="0" y="2562"/>
                      <a:pt x="0" y="2562"/>
                    </a:cubicBezTo>
                    <a:lnTo>
                      <a:pt x="0" y="3394"/>
                    </a:lnTo>
                    <a:cubicBezTo>
                      <a:pt x="0" y="3394"/>
                      <a:pt x="336" y="2803"/>
                      <a:pt x="1288" y="2160"/>
                    </a:cubicBezTo>
                    <a:cubicBezTo>
                      <a:pt x="1368" y="2106"/>
                      <a:pt x="1462" y="2039"/>
                      <a:pt x="1569" y="1985"/>
                    </a:cubicBezTo>
                    <a:cubicBezTo>
                      <a:pt x="2790" y="1234"/>
                      <a:pt x="4855" y="470"/>
                      <a:pt x="8181" y="470"/>
                    </a:cubicBezTo>
                    <a:cubicBezTo>
                      <a:pt x="14712" y="470"/>
                      <a:pt x="39000" y="14"/>
                      <a:pt x="39000" y="14"/>
                    </a:cubicBezTo>
                    <a:lnTo>
                      <a:pt x="55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0">
                <a:extLst>
                  <a:ext uri="{FF2B5EF4-FFF2-40B4-BE49-F238E27FC236}">
                    <a16:creationId xmlns:a16="http://schemas.microsoft.com/office/drawing/2014/main" id="{AC80FE73-6655-3460-EA32-B0B66C1DB537}"/>
                  </a:ext>
                </a:extLst>
              </p:cNvPr>
              <p:cNvSpPr/>
              <p:nvPr/>
            </p:nvSpPr>
            <p:spPr>
              <a:xfrm>
                <a:off x="3617165" y="3736175"/>
                <a:ext cx="278252" cy="274750"/>
              </a:xfrm>
              <a:custGeom>
                <a:avLst/>
                <a:gdLst/>
                <a:ahLst/>
                <a:cxnLst/>
                <a:rect l="l" t="t" r="r" b="b"/>
                <a:pathLst>
                  <a:path w="7390" h="7297" extrusionOk="0">
                    <a:moveTo>
                      <a:pt x="5012" y="0"/>
                    </a:moveTo>
                    <a:cubicBezTo>
                      <a:pt x="4824" y="0"/>
                      <a:pt x="4663" y="118"/>
                      <a:pt x="4587" y="296"/>
                    </a:cubicBezTo>
                    <a:cubicBezTo>
                      <a:pt x="4144" y="1275"/>
                      <a:pt x="2615" y="4427"/>
                      <a:pt x="469" y="6787"/>
                    </a:cubicBezTo>
                    <a:cubicBezTo>
                      <a:pt x="322" y="6962"/>
                      <a:pt x="161" y="7123"/>
                      <a:pt x="0" y="7297"/>
                    </a:cubicBezTo>
                    <a:lnTo>
                      <a:pt x="6880" y="7297"/>
                    </a:lnTo>
                    <a:lnTo>
                      <a:pt x="7390" y="296"/>
                    </a:lnTo>
                    <a:cubicBezTo>
                      <a:pt x="7390" y="135"/>
                      <a:pt x="7269" y="1"/>
                      <a:pt x="7108" y="1"/>
                    </a:cubicBezTo>
                    <a:lnTo>
                      <a:pt x="5043" y="1"/>
                    </a:lnTo>
                    <a:cubicBezTo>
                      <a:pt x="5032" y="1"/>
                      <a:pt x="5022" y="0"/>
                      <a:pt x="50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0">
                <a:extLst>
                  <a:ext uri="{FF2B5EF4-FFF2-40B4-BE49-F238E27FC236}">
                    <a16:creationId xmlns:a16="http://schemas.microsoft.com/office/drawing/2014/main" id="{960B6386-0175-A831-F5C2-B00483BF8C46}"/>
                  </a:ext>
                </a:extLst>
              </p:cNvPr>
              <p:cNvSpPr/>
              <p:nvPr/>
            </p:nvSpPr>
            <p:spPr>
              <a:xfrm>
                <a:off x="2850622" y="4010891"/>
                <a:ext cx="3539" cy="250502"/>
              </a:xfrm>
              <a:custGeom>
                <a:avLst/>
                <a:gdLst/>
                <a:ahLst/>
                <a:cxnLst/>
                <a:rect l="l" t="t" r="r" b="b"/>
                <a:pathLst>
                  <a:path w="94" h="6653" extrusionOk="0">
                    <a:moveTo>
                      <a:pt x="0" y="1"/>
                    </a:moveTo>
                    <a:lnTo>
                      <a:pt x="0" y="6653"/>
                    </a:lnTo>
                    <a:lnTo>
                      <a:pt x="94" y="6653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0">
                <a:extLst>
                  <a:ext uri="{FF2B5EF4-FFF2-40B4-BE49-F238E27FC236}">
                    <a16:creationId xmlns:a16="http://schemas.microsoft.com/office/drawing/2014/main" id="{E138E136-E12C-728C-0E39-6CF8C9276A57}"/>
                  </a:ext>
                </a:extLst>
              </p:cNvPr>
              <p:cNvSpPr/>
              <p:nvPr/>
            </p:nvSpPr>
            <p:spPr>
              <a:xfrm>
                <a:off x="2566303" y="4037662"/>
                <a:ext cx="1157927" cy="161642"/>
              </a:xfrm>
              <a:custGeom>
                <a:avLst/>
                <a:gdLst/>
                <a:ahLst/>
                <a:cxnLst/>
                <a:rect l="l" t="t" r="r" b="b"/>
                <a:pathLst>
                  <a:path w="30753" h="4293" extrusionOk="0">
                    <a:moveTo>
                      <a:pt x="30752" y="1"/>
                    </a:moveTo>
                    <a:lnTo>
                      <a:pt x="1" y="1838"/>
                    </a:lnTo>
                    <a:lnTo>
                      <a:pt x="2508" y="4292"/>
                    </a:lnTo>
                    <a:lnTo>
                      <a:pt x="3075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0">
                <a:extLst>
                  <a:ext uri="{FF2B5EF4-FFF2-40B4-BE49-F238E27FC236}">
                    <a16:creationId xmlns:a16="http://schemas.microsoft.com/office/drawing/2014/main" id="{E44DB9A9-381E-2DB5-7A25-6FBCFC7A8A48}"/>
                  </a:ext>
                </a:extLst>
              </p:cNvPr>
              <p:cNvSpPr/>
              <p:nvPr/>
            </p:nvSpPr>
            <p:spPr>
              <a:xfrm>
                <a:off x="2563781" y="4023015"/>
                <a:ext cx="1170014" cy="101662"/>
              </a:xfrm>
              <a:custGeom>
                <a:avLst/>
                <a:gdLst/>
                <a:ahLst/>
                <a:cxnLst/>
                <a:rect l="l" t="t" r="r" b="b"/>
                <a:pathLst>
                  <a:path w="31074" h="2700" extrusionOk="0">
                    <a:moveTo>
                      <a:pt x="30967" y="1"/>
                    </a:moveTo>
                    <a:lnTo>
                      <a:pt x="778" y="1060"/>
                    </a:lnTo>
                    <a:cubicBezTo>
                      <a:pt x="644" y="1074"/>
                      <a:pt x="510" y="1114"/>
                      <a:pt x="403" y="1181"/>
                    </a:cubicBezTo>
                    <a:cubicBezTo>
                      <a:pt x="148" y="1315"/>
                      <a:pt x="1" y="1583"/>
                      <a:pt x="1" y="1878"/>
                    </a:cubicBezTo>
                    <a:cubicBezTo>
                      <a:pt x="1" y="2325"/>
                      <a:pt x="365" y="2699"/>
                      <a:pt x="817" y="2699"/>
                    </a:cubicBezTo>
                    <a:cubicBezTo>
                      <a:pt x="840" y="2699"/>
                      <a:pt x="863" y="2698"/>
                      <a:pt x="886" y="2696"/>
                    </a:cubicBezTo>
                    <a:lnTo>
                      <a:pt x="30806" y="390"/>
                    </a:lnTo>
                    <a:cubicBezTo>
                      <a:pt x="30953" y="376"/>
                      <a:pt x="31074" y="256"/>
                      <a:pt x="31074" y="122"/>
                    </a:cubicBezTo>
                    <a:cubicBezTo>
                      <a:pt x="31074" y="54"/>
                      <a:pt x="31020" y="1"/>
                      <a:pt x="309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0">
                <a:extLst>
                  <a:ext uri="{FF2B5EF4-FFF2-40B4-BE49-F238E27FC236}">
                    <a16:creationId xmlns:a16="http://schemas.microsoft.com/office/drawing/2014/main" id="{7A1A9A04-299D-007C-6FEF-7FBF9E754FA6}"/>
                  </a:ext>
                </a:extLst>
              </p:cNvPr>
              <p:cNvSpPr/>
              <p:nvPr/>
            </p:nvSpPr>
            <p:spPr>
              <a:xfrm>
                <a:off x="2578917" y="4023015"/>
                <a:ext cx="1154877" cy="55650"/>
              </a:xfrm>
              <a:custGeom>
                <a:avLst/>
                <a:gdLst/>
                <a:ahLst/>
                <a:cxnLst/>
                <a:rect l="l" t="t" r="r" b="b"/>
                <a:pathLst>
                  <a:path w="30672" h="1478" extrusionOk="0">
                    <a:moveTo>
                      <a:pt x="30565" y="1"/>
                    </a:moveTo>
                    <a:lnTo>
                      <a:pt x="376" y="1060"/>
                    </a:lnTo>
                    <a:cubicBezTo>
                      <a:pt x="242" y="1074"/>
                      <a:pt x="108" y="1114"/>
                      <a:pt x="1" y="1181"/>
                    </a:cubicBezTo>
                    <a:cubicBezTo>
                      <a:pt x="153" y="1371"/>
                      <a:pt x="376" y="1477"/>
                      <a:pt x="627" y="1477"/>
                    </a:cubicBezTo>
                    <a:cubicBezTo>
                      <a:pt x="641" y="1477"/>
                      <a:pt x="656" y="1477"/>
                      <a:pt x="671" y="1476"/>
                    </a:cubicBezTo>
                    <a:lnTo>
                      <a:pt x="30605" y="282"/>
                    </a:lnTo>
                    <a:cubicBezTo>
                      <a:pt x="30645" y="229"/>
                      <a:pt x="30672" y="175"/>
                      <a:pt x="30672" y="122"/>
                    </a:cubicBezTo>
                    <a:cubicBezTo>
                      <a:pt x="30672" y="54"/>
                      <a:pt x="30618" y="1"/>
                      <a:pt x="30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0">
                <a:extLst>
                  <a:ext uri="{FF2B5EF4-FFF2-40B4-BE49-F238E27FC236}">
                    <a16:creationId xmlns:a16="http://schemas.microsoft.com/office/drawing/2014/main" id="{805AA90B-69A7-E5DF-F3E9-7D607DD407B4}"/>
                  </a:ext>
                </a:extLst>
              </p:cNvPr>
              <p:cNvSpPr/>
              <p:nvPr/>
            </p:nvSpPr>
            <p:spPr>
              <a:xfrm>
                <a:off x="3697931" y="4063944"/>
                <a:ext cx="285368" cy="41606"/>
              </a:xfrm>
              <a:custGeom>
                <a:avLst/>
                <a:gdLst/>
                <a:ahLst/>
                <a:cxnLst/>
                <a:rect l="l" t="t" r="r" b="b"/>
                <a:pathLst>
                  <a:path w="7579" h="1105" extrusionOk="0">
                    <a:moveTo>
                      <a:pt x="1033" y="0"/>
                    </a:moveTo>
                    <a:cubicBezTo>
                      <a:pt x="671" y="0"/>
                      <a:pt x="323" y="148"/>
                      <a:pt x="68" y="416"/>
                    </a:cubicBezTo>
                    <a:cubicBezTo>
                      <a:pt x="41" y="456"/>
                      <a:pt x="14" y="496"/>
                      <a:pt x="1" y="550"/>
                    </a:cubicBezTo>
                    <a:cubicBezTo>
                      <a:pt x="1" y="630"/>
                      <a:pt x="28" y="724"/>
                      <a:pt x="95" y="778"/>
                    </a:cubicBezTo>
                    <a:lnTo>
                      <a:pt x="175" y="832"/>
                    </a:lnTo>
                    <a:cubicBezTo>
                      <a:pt x="401" y="1010"/>
                      <a:pt x="681" y="1104"/>
                      <a:pt x="966" y="1104"/>
                    </a:cubicBezTo>
                    <a:cubicBezTo>
                      <a:pt x="1002" y="1104"/>
                      <a:pt x="1038" y="1103"/>
                      <a:pt x="1074" y="1100"/>
                    </a:cubicBezTo>
                    <a:lnTo>
                      <a:pt x="7270" y="671"/>
                    </a:lnTo>
                    <a:lnTo>
                      <a:pt x="7310" y="617"/>
                    </a:lnTo>
                    <a:cubicBezTo>
                      <a:pt x="7390" y="496"/>
                      <a:pt x="7457" y="362"/>
                      <a:pt x="7511" y="228"/>
                    </a:cubicBezTo>
                    <a:cubicBezTo>
                      <a:pt x="7538" y="148"/>
                      <a:pt x="7565" y="81"/>
                      <a:pt x="75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0">
                <a:extLst>
                  <a:ext uri="{FF2B5EF4-FFF2-40B4-BE49-F238E27FC236}">
                    <a16:creationId xmlns:a16="http://schemas.microsoft.com/office/drawing/2014/main" id="{654DE7BB-0E35-3F22-E9F0-6510B93995E4}"/>
                  </a:ext>
                </a:extLst>
              </p:cNvPr>
              <p:cNvSpPr/>
              <p:nvPr/>
            </p:nvSpPr>
            <p:spPr>
              <a:xfrm>
                <a:off x="2630427" y="4141207"/>
                <a:ext cx="317147" cy="110623"/>
              </a:xfrm>
              <a:custGeom>
                <a:avLst/>
                <a:gdLst/>
                <a:ahLst/>
                <a:cxnLst/>
                <a:rect l="l" t="t" r="r" b="b"/>
                <a:pathLst>
                  <a:path w="8423" h="2938" extrusionOk="0">
                    <a:moveTo>
                      <a:pt x="765" y="0"/>
                    </a:moveTo>
                    <a:cubicBezTo>
                      <a:pt x="604" y="0"/>
                      <a:pt x="484" y="134"/>
                      <a:pt x="484" y="295"/>
                    </a:cubicBezTo>
                    <a:lnTo>
                      <a:pt x="484" y="590"/>
                    </a:lnTo>
                    <a:lnTo>
                      <a:pt x="202" y="590"/>
                    </a:lnTo>
                    <a:cubicBezTo>
                      <a:pt x="95" y="590"/>
                      <a:pt x="1" y="671"/>
                      <a:pt x="1" y="791"/>
                    </a:cubicBezTo>
                    <a:lnTo>
                      <a:pt x="1" y="2159"/>
                    </a:lnTo>
                    <a:cubicBezTo>
                      <a:pt x="1" y="2267"/>
                      <a:pt x="95" y="2347"/>
                      <a:pt x="202" y="2347"/>
                    </a:cubicBezTo>
                    <a:lnTo>
                      <a:pt x="484" y="2347"/>
                    </a:lnTo>
                    <a:lnTo>
                      <a:pt x="484" y="2655"/>
                    </a:lnTo>
                    <a:cubicBezTo>
                      <a:pt x="484" y="2816"/>
                      <a:pt x="604" y="2937"/>
                      <a:pt x="765" y="2937"/>
                    </a:cubicBezTo>
                    <a:lnTo>
                      <a:pt x="4453" y="2937"/>
                    </a:lnTo>
                    <a:cubicBezTo>
                      <a:pt x="4614" y="2937"/>
                      <a:pt x="4735" y="2816"/>
                      <a:pt x="4735" y="2655"/>
                    </a:cubicBezTo>
                    <a:lnTo>
                      <a:pt x="4735" y="2575"/>
                    </a:lnTo>
                    <a:lnTo>
                      <a:pt x="5392" y="2575"/>
                    </a:lnTo>
                    <a:lnTo>
                      <a:pt x="5499" y="2562"/>
                    </a:lnTo>
                    <a:lnTo>
                      <a:pt x="5513" y="2562"/>
                    </a:lnTo>
                    <a:lnTo>
                      <a:pt x="5620" y="2548"/>
                    </a:lnTo>
                    <a:lnTo>
                      <a:pt x="5768" y="2535"/>
                    </a:lnTo>
                    <a:cubicBezTo>
                      <a:pt x="6733" y="2414"/>
                      <a:pt x="7779" y="2213"/>
                      <a:pt x="8208" y="2119"/>
                    </a:cubicBezTo>
                    <a:cubicBezTo>
                      <a:pt x="8329" y="2092"/>
                      <a:pt x="8423" y="1985"/>
                      <a:pt x="8423" y="1864"/>
                    </a:cubicBezTo>
                    <a:lnTo>
                      <a:pt x="8423" y="1100"/>
                    </a:lnTo>
                    <a:cubicBezTo>
                      <a:pt x="8423" y="979"/>
                      <a:pt x="8329" y="872"/>
                      <a:pt x="8208" y="845"/>
                    </a:cubicBezTo>
                    <a:cubicBezTo>
                      <a:pt x="7779" y="751"/>
                      <a:pt x="6760" y="550"/>
                      <a:pt x="5768" y="429"/>
                    </a:cubicBezTo>
                    <a:lnTo>
                      <a:pt x="5660" y="416"/>
                    </a:lnTo>
                    <a:lnTo>
                      <a:pt x="5620" y="416"/>
                    </a:lnTo>
                    <a:cubicBezTo>
                      <a:pt x="5432" y="402"/>
                      <a:pt x="5258" y="376"/>
                      <a:pt x="5084" y="376"/>
                    </a:cubicBezTo>
                    <a:lnTo>
                      <a:pt x="4735" y="376"/>
                    </a:lnTo>
                    <a:lnTo>
                      <a:pt x="4735" y="295"/>
                    </a:lnTo>
                    <a:cubicBezTo>
                      <a:pt x="4735" y="134"/>
                      <a:pt x="4614" y="0"/>
                      <a:pt x="44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0">
                <a:extLst>
                  <a:ext uri="{FF2B5EF4-FFF2-40B4-BE49-F238E27FC236}">
                    <a16:creationId xmlns:a16="http://schemas.microsoft.com/office/drawing/2014/main" id="{7953F448-058D-AA5F-3706-77ACF5C42388}"/>
                  </a:ext>
                </a:extLst>
              </p:cNvPr>
              <p:cNvSpPr/>
              <p:nvPr/>
            </p:nvSpPr>
            <p:spPr>
              <a:xfrm>
                <a:off x="2980375" y="4111386"/>
                <a:ext cx="316658" cy="109606"/>
              </a:xfrm>
              <a:custGeom>
                <a:avLst/>
                <a:gdLst/>
                <a:ahLst/>
                <a:cxnLst/>
                <a:rect l="l" t="t" r="r" b="b"/>
                <a:pathLst>
                  <a:path w="8410" h="2911" extrusionOk="0">
                    <a:moveTo>
                      <a:pt x="765" y="1"/>
                    </a:moveTo>
                    <a:cubicBezTo>
                      <a:pt x="604" y="1"/>
                      <a:pt x="470" y="135"/>
                      <a:pt x="470" y="296"/>
                    </a:cubicBezTo>
                    <a:lnTo>
                      <a:pt x="470" y="591"/>
                    </a:lnTo>
                    <a:lnTo>
                      <a:pt x="202" y="591"/>
                    </a:lnTo>
                    <a:cubicBezTo>
                      <a:pt x="95" y="591"/>
                      <a:pt x="1" y="685"/>
                      <a:pt x="1" y="792"/>
                    </a:cubicBezTo>
                    <a:lnTo>
                      <a:pt x="1" y="2160"/>
                    </a:lnTo>
                    <a:cubicBezTo>
                      <a:pt x="1" y="2267"/>
                      <a:pt x="95" y="2361"/>
                      <a:pt x="202" y="2361"/>
                    </a:cubicBezTo>
                    <a:lnTo>
                      <a:pt x="470" y="2361"/>
                    </a:lnTo>
                    <a:lnTo>
                      <a:pt x="470" y="2629"/>
                    </a:lnTo>
                    <a:cubicBezTo>
                      <a:pt x="470" y="2790"/>
                      <a:pt x="604" y="2911"/>
                      <a:pt x="765" y="2911"/>
                    </a:cubicBezTo>
                    <a:lnTo>
                      <a:pt x="4453" y="2911"/>
                    </a:lnTo>
                    <a:cubicBezTo>
                      <a:pt x="4601" y="2911"/>
                      <a:pt x="4735" y="2790"/>
                      <a:pt x="4735" y="2629"/>
                    </a:cubicBezTo>
                    <a:lnTo>
                      <a:pt x="4735" y="2549"/>
                    </a:lnTo>
                    <a:lnTo>
                      <a:pt x="5392" y="2549"/>
                    </a:lnTo>
                    <a:lnTo>
                      <a:pt x="5486" y="2535"/>
                    </a:lnTo>
                    <a:lnTo>
                      <a:pt x="5513" y="2535"/>
                    </a:lnTo>
                    <a:lnTo>
                      <a:pt x="5620" y="2522"/>
                    </a:lnTo>
                    <a:lnTo>
                      <a:pt x="5754" y="2509"/>
                    </a:lnTo>
                    <a:cubicBezTo>
                      <a:pt x="6733" y="2388"/>
                      <a:pt x="7766" y="2187"/>
                      <a:pt x="8208" y="2093"/>
                    </a:cubicBezTo>
                    <a:cubicBezTo>
                      <a:pt x="8289" y="2080"/>
                      <a:pt x="8356" y="2026"/>
                      <a:pt x="8396" y="1945"/>
                    </a:cubicBezTo>
                    <a:cubicBezTo>
                      <a:pt x="8409" y="1919"/>
                      <a:pt x="8409" y="1878"/>
                      <a:pt x="8409" y="1838"/>
                    </a:cubicBezTo>
                    <a:lnTo>
                      <a:pt x="8409" y="1100"/>
                    </a:lnTo>
                    <a:cubicBezTo>
                      <a:pt x="8409" y="980"/>
                      <a:pt x="8316" y="873"/>
                      <a:pt x="8195" y="846"/>
                    </a:cubicBezTo>
                    <a:cubicBezTo>
                      <a:pt x="7779" y="752"/>
                      <a:pt x="6746" y="551"/>
                      <a:pt x="5754" y="430"/>
                    </a:cubicBezTo>
                    <a:lnTo>
                      <a:pt x="5647" y="417"/>
                    </a:lnTo>
                    <a:lnTo>
                      <a:pt x="5606" y="417"/>
                    </a:lnTo>
                    <a:cubicBezTo>
                      <a:pt x="5419" y="403"/>
                      <a:pt x="5244" y="390"/>
                      <a:pt x="5070" y="376"/>
                    </a:cubicBezTo>
                    <a:lnTo>
                      <a:pt x="4735" y="376"/>
                    </a:lnTo>
                    <a:lnTo>
                      <a:pt x="4735" y="296"/>
                    </a:lnTo>
                    <a:cubicBezTo>
                      <a:pt x="4735" y="135"/>
                      <a:pt x="4601" y="1"/>
                      <a:pt x="44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0">
                <a:extLst>
                  <a:ext uri="{FF2B5EF4-FFF2-40B4-BE49-F238E27FC236}">
                    <a16:creationId xmlns:a16="http://schemas.microsoft.com/office/drawing/2014/main" id="{52A1F57E-4258-37DE-3C69-DE0BD0A7C515}"/>
                  </a:ext>
                </a:extLst>
              </p:cNvPr>
              <p:cNvSpPr/>
              <p:nvPr/>
            </p:nvSpPr>
            <p:spPr>
              <a:xfrm>
                <a:off x="2788984" y="4144220"/>
                <a:ext cx="145489" cy="82836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00" extrusionOk="0">
                    <a:moveTo>
                      <a:pt x="1" y="1"/>
                    </a:moveTo>
                    <a:lnTo>
                      <a:pt x="1" y="2200"/>
                    </a:lnTo>
                    <a:cubicBezTo>
                      <a:pt x="350" y="2200"/>
                      <a:pt x="712" y="2173"/>
                      <a:pt x="1060" y="2133"/>
                    </a:cubicBezTo>
                    <a:lnTo>
                      <a:pt x="1208" y="2119"/>
                    </a:lnTo>
                    <a:cubicBezTo>
                      <a:pt x="2187" y="1999"/>
                      <a:pt x="3220" y="1798"/>
                      <a:pt x="3649" y="1704"/>
                    </a:cubicBezTo>
                    <a:cubicBezTo>
                      <a:pt x="3729" y="1690"/>
                      <a:pt x="3810" y="1623"/>
                      <a:pt x="3836" y="1556"/>
                    </a:cubicBezTo>
                    <a:cubicBezTo>
                      <a:pt x="3850" y="1516"/>
                      <a:pt x="3863" y="1489"/>
                      <a:pt x="3863" y="1449"/>
                    </a:cubicBezTo>
                    <a:lnTo>
                      <a:pt x="3863" y="752"/>
                    </a:lnTo>
                    <a:cubicBezTo>
                      <a:pt x="3863" y="631"/>
                      <a:pt x="3769" y="510"/>
                      <a:pt x="3649" y="497"/>
                    </a:cubicBezTo>
                    <a:cubicBezTo>
                      <a:pt x="3220" y="403"/>
                      <a:pt x="2200" y="188"/>
                      <a:pt x="1194" y="81"/>
                    </a:cubicBezTo>
                    <a:lnTo>
                      <a:pt x="1060" y="54"/>
                    </a:lnTo>
                    <a:cubicBezTo>
                      <a:pt x="873" y="41"/>
                      <a:pt x="685" y="27"/>
                      <a:pt x="510" y="14"/>
                    </a:cubicBezTo>
                    <a:cubicBezTo>
                      <a:pt x="376" y="1"/>
                      <a:pt x="229" y="1"/>
                      <a:pt x="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0">
                <a:extLst>
                  <a:ext uri="{FF2B5EF4-FFF2-40B4-BE49-F238E27FC236}">
                    <a16:creationId xmlns:a16="http://schemas.microsoft.com/office/drawing/2014/main" id="{2395B7EA-07E5-62C0-5D83-5ED9660C3F25}"/>
                  </a:ext>
                </a:extLst>
              </p:cNvPr>
              <p:cNvSpPr/>
              <p:nvPr/>
            </p:nvSpPr>
            <p:spPr>
              <a:xfrm>
                <a:off x="2635472" y="4130062"/>
                <a:ext cx="160626" cy="110661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2939" extrusionOk="0">
                    <a:moveTo>
                      <a:pt x="296" y="1"/>
                    </a:moveTo>
                    <a:cubicBezTo>
                      <a:pt x="135" y="1"/>
                      <a:pt x="1" y="135"/>
                      <a:pt x="1" y="296"/>
                    </a:cubicBezTo>
                    <a:lnTo>
                      <a:pt x="1" y="2656"/>
                    </a:lnTo>
                    <a:cubicBezTo>
                      <a:pt x="1" y="2817"/>
                      <a:pt x="135" y="2938"/>
                      <a:pt x="283" y="2938"/>
                    </a:cubicBezTo>
                    <a:lnTo>
                      <a:pt x="3971" y="2938"/>
                    </a:lnTo>
                    <a:cubicBezTo>
                      <a:pt x="4132" y="2938"/>
                      <a:pt x="4266" y="2817"/>
                      <a:pt x="4266" y="2656"/>
                    </a:cubicBezTo>
                    <a:lnTo>
                      <a:pt x="4266" y="296"/>
                    </a:lnTo>
                    <a:cubicBezTo>
                      <a:pt x="4266" y="135"/>
                      <a:pt x="4132" y="1"/>
                      <a:pt x="39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0">
                <a:extLst>
                  <a:ext uri="{FF2B5EF4-FFF2-40B4-BE49-F238E27FC236}">
                    <a16:creationId xmlns:a16="http://schemas.microsoft.com/office/drawing/2014/main" id="{0A810DC2-04E7-DFDF-9F0B-809C442281C3}"/>
                  </a:ext>
                </a:extLst>
              </p:cNvPr>
              <p:cNvSpPr/>
              <p:nvPr/>
            </p:nvSpPr>
            <p:spPr>
              <a:xfrm>
                <a:off x="2617813" y="4152315"/>
                <a:ext cx="17697" cy="66683"/>
              </a:xfrm>
              <a:custGeom>
                <a:avLst/>
                <a:gdLst/>
                <a:ahLst/>
                <a:cxnLst/>
                <a:rect l="l" t="t" r="r" b="b"/>
                <a:pathLst>
                  <a:path w="470" h="1771" extrusionOk="0">
                    <a:moveTo>
                      <a:pt x="202" y="0"/>
                    </a:moveTo>
                    <a:cubicBezTo>
                      <a:pt x="94" y="0"/>
                      <a:pt x="1" y="94"/>
                      <a:pt x="1" y="201"/>
                    </a:cubicBezTo>
                    <a:lnTo>
                      <a:pt x="1" y="1569"/>
                    </a:lnTo>
                    <a:cubicBezTo>
                      <a:pt x="1" y="1676"/>
                      <a:pt x="94" y="1770"/>
                      <a:pt x="202" y="1770"/>
                    </a:cubicBezTo>
                    <a:lnTo>
                      <a:pt x="470" y="1770"/>
                    </a:ln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0">
                <a:extLst>
                  <a:ext uri="{FF2B5EF4-FFF2-40B4-BE49-F238E27FC236}">
                    <a16:creationId xmlns:a16="http://schemas.microsoft.com/office/drawing/2014/main" id="{D4167C27-C88A-E3DB-233A-DC84B49AEE60}"/>
                  </a:ext>
                </a:extLst>
              </p:cNvPr>
              <p:cNvSpPr/>
              <p:nvPr/>
            </p:nvSpPr>
            <p:spPr>
              <a:xfrm>
                <a:off x="2635472" y="4202280"/>
                <a:ext cx="160626" cy="38443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1021" extrusionOk="0">
                    <a:moveTo>
                      <a:pt x="1" y="1"/>
                    </a:moveTo>
                    <a:lnTo>
                      <a:pt x="1" y="738"/>
                    </a:lnTo>
                    <a:cubicBezTo>
                      <a:pt x="1" y="899"/>
                      <a:pt x="122" y="1020"/>
                      <a:pt x="283" y="1020"/>
                    </a:cubicBezTo>
                    <a:lnTo>
                      <a:pt x="3971" y="1020"/>
                    </a:lnTo>
                    <a:cubicBezTo>
                      <a:pt x="4132" y="1020"/>
                      <a:pt x="4266" y="899"/>
                      <a:pt x="4266" y="738"/>
                    </a:cubicBezTo>
                    <a:lnTo>
                      <a:pt x="42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0">
                <a:extLst>
                  <a:ext uri="{FF2B5EF4-FFF2-40B4-BE49-F238E27FC236}">
                    <a16:creationId xmlns:a16="http://schemas.microsoft.com/office/drawing/2014/main" id="{30DDBB8F-09D3-270C-BA3C-40008FB151B2}"/>
                  </a:ext>
                </a:extLst>
              </p:cNvPr>
              <p:cNvSpPr/>
              <p:nvPr/>
            </p:nvSpPr>
            <p:spPr>
              <a:xfrm>
                <a:off x="2704679" y="4164402"/>
                <a:ext cx="74251" cy="49551"/>
              </a:xfrm>
              <a:custGeom>
                <a:avLst/>
                <a:gdLst/>
                <a:ahLst/>
                <a:cxnLst/>
                <a:rect l="l" t="t" r="r" b="b"/>
                <a:pathLst>
                  <a:path w="1972" h="1316" extrusionOk="0">
                    <a:moveTo>
                      <a:pt x="1623" y="95"/>
                    </a:moveTo>
                    <a:cubicBezTo>
                      <a:pt x="1770" y="95"/>
                      <a:pt x="1891" y="202"/>
                      <a:pt x="1891" y="350"/>
                    </a:cubicBezTo>
                    <a:lnTo>
                      <a:pt x="1891" y="967"/>
                    </a:lnTo>
                    <a:cubicBezTo>
                      <a:pt x="1891" y="1114"/>
                      <a:pt x="1770" y="1221"/>
                      <a:pt x="1623" y="1221"/>
                    </a:cubicBezTo>
                    <a:lnTo>
                      <a:pt x="349" y="1221"/>
                    </a:lnTo>
                    <a:cubicBezTo>
                      <a:pt x="201" y="1221"/>
                      <a:pt x="94" y="1114"/>
                      <a:pt x="94" y="967"/>
                    </a:cubicBezTo>
                    <a:lnTo>
                      <a:pt x="94" y="350"/>
                    </a:lnTo>
                    <a:cubicBezTo>
                      <a:pt x="94" y="202"/>
                      <a:pt x="201" y="95"/>
                      <a:pt x="349" y="95"/>
                    </a:cubicBezTo>
                    <a:close/>
                    <a:moveTo>
                      <a:pt x="349" y="1"/>
                    </a:moveTo>
                    <a:cubicBezTo>
                      <a:pt x="148" y="1"/>
                      <a:pt x="0" y="148"/>
                      <a:pt x="0" y="350"/>
                    </a:cubicBezTo>
                    <a:lnTo>
                      <a:pt x="0" y="967"/>
                    </a:lnTo>
                    <a:cubicBezTo>
                      <a:pt x="0" y="1154"/>
                      <a:pt x="148" y="1315"/>
                      <a:pt x="349" y="1315"/>
                    </a:cubicBezTo>
                    <a:lnTo>
                      <a:pt x="1623" y="1315"/>
                    </a:lnTo>
                    <a:cubicBezTo>
                      <a:pt x="1824" y="1315"/>
                      <a:pt x="1972" y="1154"/>
                      <a:pt x="1972" y="967"/>
                    </a:cubicBezTo>
                    <a:lnTo>
                      <a:pt x="1972" y="350"/>
                    </a:lnTo>
                    <a:cubicBezTo>
                      <a:pt x="1972" y="148"/>
                      <a:pt x="1824" y="1"/>
                      <a:pt x="16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0">
                <a:extLst>
                  <a:ext uri="{FF2B5EF4-FFF2-40B4-BE49-F238E27FC236}">
                    <a16:creationId xmlns:a16="http://schemas.microsoft.com/office/drawing/2014/main" id="{355177C9-3238-8B75-04A0-E8AF92EEE6E7}"/>
                  </a:ext>
                </a:extLst>
              </p:cNvPr>
              <p:cNvSpPr/>
              <p:nvPr/>
            </p:nvSpPr>
            <p:spPr>
              <a:xfrm>
                <a:off x="2617813" y="4189177"/>
                <a:ext cx="17697" cy="29821"/>
              </a:xfrm>
              <a:custGeom>
                <a:avLst/>
                <a:gdLst/>
                <a:ahLst/>
                <a:cxnLst/>
                <a:rect l="l" t="t" r="r" b="b"/>
                <a:pathLst>
                  <a:path w="470" h="792" extrusionOk="0">
                    <a:moveTo>
                      <a:pt x="1" y="0"/>
                    </a:moveTo>
                    <a:lnTo>
                      <a:pt x="1" y="590"/>
                    </a:lnTo>
                    <a:cubicBezTo>
                      <a:pt x="1" y="697"/>
                      <a:pt x="94" y="791"/>
                      <a:pt x="202" y="791"/>
                    </a:cubicBezTo>
                    <a:lnTo>
                      <a:pt x="470" y="791"/>
                    </a:ln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0">
                <a:extLst>
                  <a:ext uri="{FF2B5EF4-FFF2-40B4-BE49-F238E27FC236}">
                    <a16:creationId xmlns:a16="http://schemas.microsoft.com/office/drawing/2014/main" id="{CDC5DF36-ADB6-22C3-C264-0EBEF7A383EB}"/>
                  </a:ext>
                </a:extLst>
              </p:cNvPr>
              <p:cNvSpPr/>
              <p:nvPr/>
            </p:nvSpPr>
            <p:spPr>
              <a:xfrm>
                <a:off x="2795573" y="4144220"/>
                <a:ext cx="137883" cy="82836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2200" extrusionOk="0">
                    <a:moveTo>
                      <a:pt x="0" y="1"/>
                    </a:moveTo>
                    <a:lnTo>
                      <a:pt x="0" y="2200"/>
                    </a:lnTo>
                    <a:cubicBezTo>
                      <a:pt x="282" y="2187"/>
                      <a:pt x="577" y="2160"/>
                      <a:pt x="885" y="2133"/>
                    </a:cubicBezTo>
                    <a:lnTo>
                      <a:pt x="1033" y="2106"/>
                    </a:lnTo>
                    <a:cubicBezTo>
                      <a:pt x="2012" y="1999"/>
                      <a:pt x="3045" y="1784"/>
                      <a:pt x="3474" y="1704"/>
                    </a:cubicBezTo>
                    <a:cubicBezTo>
                      <a:pt x="3554" y="1677"/>
                      <a:pt x="3635" y="1623"/>
                      <a:pt x="3661" y="1543"/>
                    </a:cubicBezTo>
                    <a:lnTo>
                      <a:pt x="1046" y="1543"/>
                    </a:lnTo>
                    <a:cubicBezTo>
                      <a:pt x="657" y="1543"/>
                      <a:pt x="335" y="1234"/>
                      <a:pt x="335" y="845"/>
                    </a:cubicBezTo>
                    <a:lnTo>
                      <a:pt x="335" y="14"/>
                    </a:lnTo>
                    <a:cubicBezTo>
                      <a:pt x="228" y="14"/>
                      <a:pt x="121" y="1"/>
                      <a:pt x="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0">
                <a:extLst>
                  <a:ext uri="{FF2B5EF4-FFF2-40B4-BE49-F238E27FC236}">
                    <a16:creationId xmlns:a16="http://schemas.microsoft.com/office/drawing/2014/main" id="{9DCD952F-4F0E-4308-F3B9-32832EE11240}"/>
                  </a:ext>
                </a:extLst>
              </p:cNvPr>
              <p:cNvSpPr/>
              <p:nvPr/>
            </p:nvSpPr>
            <p:spPr>
              <a:xfrm>
                <a:off x="2796063" y="4144220"/>
                <a:ext cx="138411" cy="28315"/>
              </a:xfrm>
              <a:custGeom>
                <a:avLst/>
                <a:gdLst/>
                <a:ahLst/>
                <a:cxnLst/>
                <a:rect l="l" t="t" r="r" b="b"/>
                <a:pathLst>
                  <a:path w="3676" h="752" extrusionOk="0">
                    <a:moveTo>
                      <a:pt x="1" y="1"/>
                    </a:moveTo>
                    <a:lnTo>
                      <a:pt x="1" y="269"/>
                    </a:lnTo>
                    <a:cubicBezTo>
                      <a:pt x="1382" y="269"/>
                      <a:pt x="3675" y="752"/>
                      <a:pt x="3675" y="752"/>
                    </a:cubicBezTo>
                    <a:cubicBezTo>
                      <a:pt x="3675" y="631"/>
                      <a:pt x="3581" y="524"/>
                      <a:pt x="3461" y="497"/>
                    </a:cubicBezTo>
                    <a:cubicBezTo>
                      <a:pt x="3032" y="403"/>
                      <a:pt x="2012" y="188"/>
                      <a:pt x="1006" y="81"/>
                    </a:cubicBezTo>
                    <a:lnTo>
                      <a:pt x="872" y="68"/>
                    </a:lnTo>
                    <a:cubicBezTo>
                      <a:pt x="685" y="41"/>
                      <a:pt x="497" y="27"/>
                      <a:pt x="336" y="14"/>
                    </a:cubicBezTo>
                    <a:cubicBezTo>
                      <a:pt x="215" y="14"/>
                      <a:pt x="108" y="1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40">
                <a:extLst>
                  <a:ext uri="{FF2B5EF4-FFF2-40B4-BE49-F238E27FC236}">
                    <a16:creationId xmlns:a16="http://schemas.microsoft.com/office/drawing/2014/main" id="{5A4EDF49-36EA-594B-877F-2A2AFF0E61A2}"/>
                  </a:ext>
                </a:extLst>
              </p:cNvPr>
              <p:cNvSpPr/>
              <p:nvPr/>
            </p:nvSpPr>
            <p:spPr>
              <a:xfrm>
                <a:off x="2828896" y="4146742"/>
                <a:ext cx="5573" cy="7779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66" extrusionOk="0">
                    <a:moveTo>
                      <a:pt x="0" y="1"/>
                    </a:moveTo>
                    <a:lnTo>
                      <a:pt x="0" y="2066"/>
                    </a:lnTo>
                    <a:lnTo>
                      <a:pt x="148" y="2052"/>
                    </a:lnTo>
                    <a:lnTo>
                      <a:pt x="148" y="1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40">
                <a:extLst>
                  <a:ext uri="{FF2B5EF4-FFF2-40B4-BE49-F238E27FC236}">
                    <a16:creationId xmlns:a16="http://schemas.microsoft.com/office/drawing/2014/main" id="{9CA3F4CD-61DC-D2C3-A611-1FD85932999B}"/>
                  </a:ext>
                </a:extLst>
              </p:cNvPr>
              <p:cNvSpPr/>
              <p:nvPr/>
            </p:nvSpPr>
            <p:spPr>
              <a:xfrm>
                <a:off x="2635472" y="4130062"/>
                <a:ext cx="160626" cy="15212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404" extrusionOk="0">
                    <a:moveTo>
                      <a:pt x="296" y="1"/>
                    </a:moveTo>
                    <a:cubicBezTo>
                      <a:pt x="135" y="1"/>
                      <a:pt x="1" y="135"/>
                      <a:pt x="1" y="296"/>
                    </a:cubicBezTo>
                    <a:lnTo>
                      <a:pt x="1" y="403"/>
                    </a:lnTo>
                    <a:lnTo>
                      <a:pt x="4266" y="403"/>
                    </a:lnTo>
                    <a:lnTo>
                      <a:pt x="4266" y="296"/>
                    </a:lnTo>
                    <a:cubicBezTo>
                      <a:pt x="4266" y="135"/>
                      <a:pt x="4132" y="1"/>
                      <a:pt x="39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40">
                <a:extLst>
                  <a:ext uri="{FF2B5EF4-FFF2-40B4-BE49-F238E27FC236}">
                    <a16:creationId xmlns:a16="http://schemas.microsoft.com/office/drawing/2014/main" id="{61201FEF-B4D3-5E0D-F655-C75E17DB553E}"/>
                  </a:ext>
                </a:extLst>
              </p:cNvPr>
              <p:cNvSpPr/>
              <p:nvPr/>
            </p:nvSpPr>
            <p:spPr>
              <a:xfrm>
                <a:off x="2674368" y="4130062"/>
                <a:ext cx="6589" cy="110661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939" extrusionOk="0">
                    <a:moveTo>
                      <a:pt x="1" y="1"/>
                    </a:moveTo>
                    <a:lnTo>
                      <a:pt x="1" y="2938"/>
                    </a:lnTo>
                    <a:lnTo>
                      <a:pt x="175" y="2938"/>
                    </a:ln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40">
                <a:extLst>
                  <a:ext uri="{FF2B5EF4-FFF2-40B4-BE49-F238E27FC236}">
                    <a16:creationId xmlns:a16="http://schemas.microsoft.com/office/drawing/2014/main" id="{D77D49F9-68DF-6383-F1E5-25D62E81D083}"/>
                  </a:ext>
                </a:extLst>
              </p:cNvPr>
              <p:cNvSpPr/>
              <p:nvPr/>
            </p:nvSpPr>
            <p:spPr>
              <a:xfrm>
                <a:off x="2617813" y="4152315"/>
                <a:ext cx="17697" cy="14157"/>
              </a:xfrm>
              <a:custGeom>
                <a:avLst/>
                <a:gdLst/>
                <a:ahLst/>
                <a:cxnLst/>
                <a:rect l="l" t="t" r="r" b="b"/>
                <a:pathLst>
                  <a:path w="470" h="376" extrusionOk="0">
                    <a:moveTo>
                      <a:pt x="202" y="0"/>
                    </a:moveTo>
                    <a:cubicBezTo>
                      <a:pt x="94" y="0"/>
                      <a:pt x="1" y="94"/>
                      <a:pt x="1" y="201"/>
                    </a:cubicBezTo>
                    <a:lnTo>
                      <a:pt x="1" y="376"/>
                    </a:lnTo>
                    <a:lnTo>
                      <a:pt x="470" y="376"/>
                    </a:lnTo>
                    <a:lnTo>
                      <a:pt x="47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40">
                <a:extLst>
                  <a:ext uri="{FF2B5EF4-FFF2-40B4-BE49-F238E27FC236}">
                    <a16:creationId xmlns:a16="http://schemas.microsoft.com/office/drawing/2014/main" id="{C719B86E-A90D-DE64-0C19-17381543AEEA}"/>
                  </a:ext>
                </a:extLst>
              </p:cNvPr>
              <p:cNvSpPr/>
              <p:nvPr/>
            </p:nvSpPr>
            <p:spPr>
              <a:xfrm>
                <a:off x="3137916" y="4114436"/>
                <a:ext cx="145489" cy="82836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2200" extrusionOk="0">
                    <a:moveTo>
                      <a:pt x="1" y="0"/>
                    </a:moveTo>
                    <a:lnTo>
                      <a:pt x="1" y="2200"/>
                    </a:lnTo>
                    <a:cubicBezTo>
                      <a:pt x="363" y="2200"/>
                      <a:pt x="712" y="2173"/>
                      <a:pt x="1060" y="2133"/>
                    </a:cubicBezTo>
                    <a:lnTo>
                      <a:pt x="1208" y="2119"/>
                    </a:lnTo>
                    <a:cubicBezTo>
                      <a:pt x="2187" y="1999"/>
                      <a:pt x="3220" y="1797"/>
                      <a:pt x="3649" y="1703"/>
                    </a:cubicBezTo>
                    <a:cubicBezTo>
                      <a:pt x="3743" y="1690"/>
                      <a:pt x="3810" y="1623"/>
                      <a:pt x="3836" y="1556"/>
                    </a:cubicBezTo>
                    <a:cubicBezTo>
                      <a:pt x="3850" y="1516"/>
                      <a:pt x="3863" y="1489"/>
                      <a:pt x="3863" y="1449"/>
                    </a:cubicBezTo>
                    <a:lnTo>
                      <a:pt x="3863" y="751"/>
                    </a:lnTo>
                    <a:cubicBezTo>
                      <a:pt x="3863" y="631"/>
                      <a:pt x="3783" y="523"/>
                      <a:pt x="3662" y="496"/>
                    </a:cubicBezTo>
                    <a:cubicBezTo>
                      <a:pt x="3233" y="403"/>
                      <a:pt x="2214" y="188"/>
                      <a:pt x="1208" y="81"/>
                    </a:cubicBezTo>
                    <a:lnTo>
                      <a:pt x="1060" y="67"/>
                    </a:lnTo>
                    <a:cubicBezTo>
                      <a:pt x="886" y="40"/>
                      <a:pt x="698" y="27"/>
                      <a:pt x="524" y="14"/>
                    </a:cubicBezTo>
                    <a:cubicBezTo>
                      <a:pt x="376" y="0"/>
                      <a:pt x="242" y="0"/>
                      <a:pt x="1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40">
                <a:extLst>
                  <a:ext uri="{FF2B5EF4-FFF2-40B4-BE49-F238E27FC236}">
                    <a16:creationId xmlns:a16="http://schemas.microsoft.com/office/drawing/2014/main" id="{0D667D6E-5392-374D-5ECD-2E2CEABAE0D2}"/>
                  </a:ext>
                </a:extLst>
              </p:cNvPr>
              <p:cNvSpPr/>
              <p:nvPr/>
            </p:nvSpPr>
            <p:spPr>
              <a:xfrm>
                <a:off x="2984931" y="4100806"/>
                <a:ext cx="160098" cy="110623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938" extrusionOk="0">
                    <a:moveTo>
                      <a:pt x="282" y="0"/>
                    </a:moveTo>
                    <a:cubicBezTo>
                      <a:pt x="121" y="0"/>
                      <a:pt x="0" y="121"/>
                      <a:pt x="0" y="282"/>
                    </a:cubicBezTo>
                    <a:lnTo>
                      <a:pt x="0" y="2642"/>
                    </a:lnTo>
                    <a:cubicBezTo>
                      <a:pt x="0" y="2803"/>
                      <a:pt x="121" y="2937"/>
                      <a:pt x="282" y="2937"/>
                    </a:cubicBezTo>
                    <a:lnTo>
                      <a:pt x="3970" y="2937"/>
                    </a:lnTo>
                    <a:cubicBezTo>
                      <a:pt x="4131" y="2924"/>
                      <a:pt x="4252" y="2803"/>
                      <a:pt x="4252" y="2642"/>
                    </a:cubicBezTo>
                    <a:lnTo>
                      <a:pt x="4252" y="282"/>
                    </a:lnTo>
                    <a:cubicBezTo>
                      <a:pt x="4252" y="121"/>
                      <a:pt x="4131" y="0"/>
                      <a:pt x="39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40">
                <a:extLst>
                  <a:ext uri="{FF2B5EF4-FFF2-40B4-BE49-F238E27FC236}">
                    <a16:creationId xmlns:a16="http://schemas.microsoft.com/office/drawing/2014/main" id="{8A707FAA-2852-6A10-D269-D90E8804E8AA}"/>
                  </a:ext>
                </a:extLst>
              </p:cNvPr>
              <p:cNvSpPr/>
              <p:nvPr/>
            </p:nvSpPr>
            <p:spPr>
              <a:xfrm>
                <a:off x="2966744" y="4122494"/>
                <a:ext cx="18224" cy="66720"/>
              </a:xfrm>
              <a:custGeom>
                <a:avLst/>
                <a:gdLst/>
                <a:ahLst/>
                <a:cxnLst/>
                <a:rect l="l" t="t" r="r" b="b"/>
                <a:pathLst>
                  <a:path w="484" h="1772" extrusionOk="0">
                    <a:moveTo>
                      <a:pt x="202" y="1"/>
                    </a:moveTo>
                    <a:cubicBezTo>
                      <a:pt x="94" y="1"/>
                      <a:pt x="1" y="95"/>
                      <a:pt x="1" y="202"/>
                    </a:cubicBezTo>
                    <a:lnTo>
                      <a:pt x="1" y="1570"/>
                    </a:lnTo>
                    <a:cubicBezTo>
                      <a:pt x="1" y="1677"/>
                      <a:pt x="94" y="1771"/>
                      <a:pt x="202" y="1771"/>
                    </a:cubicBezTo>
                    <a:lnTo>
                      <a:pt x="483" y="1771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40">
                <a:extLst>
                  <a:ext uri="{FF2B5EF4-FFF2-40B4-BE49-F238E27FC236}">
                    <a16:creationId xmlns:a16="http://schemas.microsoft.com/office/drawing/2014/main" id="{62E73A27-8A92-6299-9D12-FAD52E7A654F}"/>
                  </a:ext>
                </a:extLst>
              </p:cNvPr>
              <p:cNvSpPr/>
              <p:nvPr/>
            </p:nvSpPr>
            <p:spPr>
              <a:xfrm>
                <a:off x="2984404" y="4172986"/>
                <a:ext cx="160626" cy="38443"/>
              </a:xfrm>
              <a:custGeom>
                <a:avLst/>
                <a:gdLst/>
                <a:ahLst/>
                <a:cxnLst/>
                <a:rect l="l" t="t" r="r" b="b"/>
                <a:pathLst>
                  <a:path w="4266" h="1021" extrusionOk="0">
                    <a:moveTo>
                      <a:pt x="1" y="1"/>
                    </a:moveTo>
                    <a:lnTo>
                      <a:pt x="1" y="725"/>
                    </a:lnTo>
                    <a:cubicBezTo>
                      <a:pt x="1" y="886"/>
                      <a:pt x="135" y="1007"/>
                      <a:pt x="283" y="1020"/>
                    </a:cubicBezTo>
                    <a:lnTo>
                      <a:pt x="3971" y="1020"/>
                    </a:lnTo>
                    <a:cubicBezTo>
                      <a:pt x="4132" y="1020"/>
                      <a:pt x="4266" y="886"/>
                      <a:pt x="4266" y="725"/>
                    </a:cubicBezTo>
                    <a:lnTo>
                      <a:pt x="42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40">
                <a:extLst>
                  <a:ext uri="{FF2B5EF4-FFF2-40B4-BE49-F238E27FC236}">
                    <a16:creationId xmlns:a16="http://schemas.microsoft.com/office/drawing/2014/main" id="{920AFDCC-C070-E2F1-BEAD-10698FCBD3BA}"/>
                  </a:ext>
                </a:extLst>
              </p:cNvPr>
              <p:cNvSpPr/>
              <p:nvPr/>
            </p:nvSpPr>
            <p:spPr>
              <a:xfrm>
                <a:off x="3053610" y="4134618"/>
                <a:ext cx="74778" cy="49513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315" extrusionOk="0">
                    <a:moveTo>
                      <a:pt x="1636" y="95"/>
                    </a:moveTo>
                    <a:cubicBezTo>
                      <a:pt x="1771" y="95"/>
                      <a:pt x="1891" y="202"/>
                      <a:pt x="1891" y="349"/>
                    </a:cubicBezTo>
                    <a:lnTo>
                      <a:pt x="1891" y="966"/>
                    </a:lnTo>
                    <a:cubicBezTo>
                      <a:pt x="1891" y="1114"/>
                      <a:pt x="1771" y="1235"/>
                      <a:pt x="1636" y="1235"/>
                    </a:cubicBezTo>
                    <a:lnTo>
                      <a:pt x="349" y="1235"/>
                    </a:lnTo>
                    <a:cubicBezTo>
                      <a:pt x="201" y="1235"/>
                      <a:pt x="94" y="1114"/>
                      <a:pt x="94" y="966"/>
                    </a:cubicBezTo>
                    <a:lnTo>
                      <a:pt x="94" y="349"/>
                    </a:lnTo>
                    <a:cubicBezTo>
                      <a:pt x="94" y="202"/>
                      <a:pt x="201" y="95"/>
                      <a:pt x="349" y="95"/>
                    </a:cubicBezTo>
                    <a:close/>
                    <a:moveTo>
                      <a:pt x="349" y="1"/>
                    </a:moveTo>
                    <a:cubicBezTo>
                      <a:pt x="161" y="1"/>
                      <a:pt x="0" y="162"/>
                      <a:pt x="0" y="349"/>
                    </a:cubicBezTo>
                    <a:lnTo>
                      <a:pt x="0" y="966"/>
                    </a:lnTo>
                    <a:cubicBezTo>
                      <a:pt x="0" y="1167"/>
                      <a:pt x="161" y="1315"/>
                      <a:pt x="349" y="1315"/>
                    </a:cubicBezTo>
                    <a:lnTo>
                      <a:pt x="1636" y="1315"/>
                    </a:lnTo>
                    <a:cubicBezTo>
                      <a:pt x="1824" y="1315"/>
                      <a:pt x="1985" y="1167"/>
                      <a:pt x="1985" y="966"/>
                    </a:cubicBezTo>
                    <a:lnTo>
                      <a:pt x="1985" y="349"/>
                    </a:lnTo>
                    <a:cubicBezTo>
                      <a:pt x="1985" y="162"/>
                      <a:pt x="1824" y="1"/>
                      <a:pt x="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40">
                <a:extLst>
                  <a:ext uri="{FF2B5EF4-FFF2-40B4-BE49-F238E27FC236}">
                    <a16:creationId xmlns:a16="http://schemas.microsoft.com/office/drawing/2014/main" id="{4B5DEFE4-9D8E-5D18-DA50-6D895075774B}"/>
                  </a:ext>
                </a:extLst>
              </p:cNvPr>
              <p:cNvSpPr/>
              <p:nvPr/>
            </p:nvSpPr>
            <p:spPr>
              <a:xfrm>
                <a:off x="2966744" y="4159356"/>
                <a:ext cx="18224" cy="29858"/>
              </a:xfrm>
              <a:custGeom>
                <a:avLst/>
                <a:gdLst/>
                <a:ahLst/>
                <a:cxnLst/>
                <a:rect l="l" t="t" r="r" b="b"/>
                <a:pathLst>
                  <a:path w="484" h="793" extrusionOk="0">
                    <a:moveTo>
                      <a:pt x="1" y="1"/>
                    </a:moveTo>
                    <a:lnTo>
                      <a:pt x="1" y="591"/>
                    </a:lnTo>
                    <a:cubicBezTo>
                      <a:pt x="1" y="698"/>
                      <a:pt x="94" y="792"/>
                      <a:pt x="202" y="792"/>
                    </a:cubicBezTo>
                    <a:lnTo>
                      <a:pt x="483" y="79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40">
                <a:extLst>
                  <a:ext uri="{FF2B5EF4-FFF2-40B4-BE49-F238E27FC236}">
                    <a16:creationId xmlns:a16="http://schemas.microsoft.com/office/drawing/2014/main" id="{014ECA74-0DBE-6330-E1CE-01DA5271383C}"/>
                  </a:ext>
                </a:extLst>
              </p:cNvPr>
              <p:cNvSpPr/>
              <p:nvPr/>
            </p:nvSpPr>
            <p:spPr>
              <a:xfrm>
                <a:off x="3144994" y="4114436"/>
                <a:ext cx="137394" cy="82836"/>
              </a:xfrm>
              <a:custGeom>
                <a:avLst/>
                <a:gdLst/>
                <a:ahLst/>
                <a:cxnLst/>
                <a:rect l="l" t="t" r="r" b="b"/>
                <a:pathLst>
                  <a:path w="3649" h="2200" extrusionOk="0">
                    <a:moveTo>
                      <a:pt x="1" y="0"/>
                    </a:moveTo>
                    <a:lnTo>
                      <a:pt x="1" y="2200"/>
                    </a:lnTo>
                    <a:cubicBezTo>
                      <a:pt x="269" y="2186"/>
                      <a:pt x="564" y="2173"/>
                      <a:pt x="872" y="2133"/>
                    </a:cubicBezTo>
                    <a:lnTo>
                      <a:pt x="1020" y="2119"/>
                    </a:lnTo>
                    <a:cubicBezTo>
                      <a:pt x="1999" y="1999"/>
                      <a:pt x="3032" y="1797"/>
                      <a:pt x="3461" y="1703"/>
                    </a:cubicBezTo>
                    <a:cubicBezTo>
                      <a:pt x="3555" y="1690"/>
                      <a:pt x="3622" y="1623"/>
                      <a:pt x="3648" y="1556"/>
                    </a:cubicBezTo>
                    <a:lnTo>
                      <a:pt x="1033" y="1556"/>
                    </a:lnTo>
                    <a:cubicBezTo>
                      <a:pt x="644" y="1556"/>
                      <a:pt x="336" y="1247"/>
                      <a:pt x="336" y="859"/>
                    </a:cubicBezTo>
                    <a:lnTo>
                      <a:pt x="336" y="14"/>
                    </a:lnTo>
                    <a:cubicBezTo>
                      <a:pt x="215" y="14"/>
                      <a:pt x="108" y="0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40">
                <a:extLst>
                  <a:ext uri="{FF2B5EF4-FFF2-40B4-BE49-F238E27FC236}">
                    <a16:creationId xmlns:a16="http://schemas.microsoft.com/office/drawing/2014/main" id="{F3395AD3-BE40-AB52-65E9-D7EB0FCCC0CE}"/>
                  </a:ext>
                </a:extLst>
              </p:cNvPr>
              <p:cNvSpPr/>
              <p:nvPr/>
            </p:nvSpPr>
            <p:spPr>
              <a:xfrm>
                <a:off x="3144994" y="4114436"/>
                <a:ext cx="138411" cy="28315"/>
              </a:xfrm>
              <a:custGeom>
                <a:avLst/>
                <a:gdLst/>
                <a:ahLst/>
                <a:cxnLst/>
                <a:rect l="l" t="t" r="r" b="b"/>
                <a:pathLst>
                  <a:path w="3676" h="752" extrusionOk="0">
                    <a:moveTo>
                      <a:pt x="1" y="0"/>
                    </a:moveTo>
                    <a:lnTo>
                      <a:pt x="1" y="268"/>
                    </a:lnTo>
                    <a:cubicBezTo>
                      <a:pt x="1382" y="268"/>
                      <a:pt x="3675" y="751"/>
                      <a:pt x="3675" y="751"/>
                    </a:cubicBezTo>
                    <a:cubicBezTo>
                      <a:pt x="3675" y="631"/>
                      <a:pt x="3581" y="523"/>
                      <a:pt x="3461" y="496"/>
                    </a:cubicBezTo>
                    <a:cubicBezTo>
                      <a:pt x="3032" y="403"/>
                      <a:pt x="2026" y="188"/>
                      <a:pt x="1020" y="81"/>
                    </a:cubicBezTo>
                    <a:lnTo>
                      <a:pt x="872" y="67"/>
                    </a:lnTo>
                    <a:cubicBezTo>
                      <a:pt x="685" y="40"/>
                      <a:pt x="510" y="27"/>
                      <a:pt x="336" y="14"/>
                    </a:cubicBezTo>
                    <a:cubicBezTo>
                      <a:pt x="229" y="14"/>
                      <a:pt x="108" y="0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40">
                <a:extLst>
                  <a:ext uri="{FF2B5EF4-FFF2-40B4-BE49-F238E27FC236}">
                    <a16:creationId xmlns:a16="http://schemas.microsoft.com/office/drawing/2014/main" id="{21079953-943B-8606-2EA6-E867991FE814}"/>
                  </a:ext>
                </a:extLst>
              </p:cNvPr>
              <p:cNvSpPr/>
              <p:nvPr/>
            </p:nvSpPr>
            <p:spPr>
              <a:xfrm>
                <a:off x="3177828" y="4116959"/>
                <a:ext cx="5573" cy="7779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66" extrusionOk="0">
                    <a:moveTo>
                      <a:pt x="0" y="0"/>
                    </a:moveTo>
                    <a:lnTo>
                      <a:pt x="0" y="2066"/>
                    </a:lnTo>
                    <a:lnTo>
                      <a:pt x="148" y="2052"/>
                    </a:lnTo>
                    <a:lnTo>
                      <a:pt x="148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0">
                <a:extLst>
                  <a:ext uri="{FF2B5EF4-FFF2-40B4-BE49-F238E27FC236}">
                    <a16:creationId xmlns:a16="http://schemas.microsoft.com/office/drawing/2014/main" id="{FA252706-9881-38B2-3402-2FBA97EAB941}"/>
                  </a:ext>
                </a:extLst>
              </p:cNvPr>
              <p:cNvSpPr/>
              <p:nvPr/>
            </p:nvSpPr>
            <p:spPr>
              <a:xfrm>
                <a:off x="2984931" y="4100806"/>
                <a:ext cx="160098" cy="15174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03" extrusionOk="0">
                    <a:moveTo>
                      <a:pt x="282" y="0"/>
                    </a:moveTo>
                    <a:cubicBezTo>
                      <a:pt x="121" y="0"/>
                      <a:pt x="0" y="121"/>
                      <a:pt x="0" y="282"/>
                    </a:cubicBezTo>
                    <a:lnTo>
                      <a:pt x="0" y="402"/>
                    </a:lnTo>
                    <a:lnTo>
                      <a:pt x="4252" y="402"/>
                    </a:lnTo>
                    <a:lnTo>
                      <a:pt x="4252" y="282"/>
                    </a:lnTo>
                    <a:cubicBezTo>
                      <a:pt x="4252" y="121"/>
                      <a:pt x="4118" y="0"/>
                      <a:pt x="39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0">
                <a:extLst>
                  <a:ext uri="{FF2B5EF4-FFF2-40B4-BE49-F238E27FC236}">
                    <a16:creationId xmlns:a16="http://schemas.microsoft.com/office/drawing/2014/main" id="{8E8A9692-2047-CA0A-58D3-851C3B1852B1}"/>
                  </a:ext>
                </a:extLst>
              </p:cNvPr>
              <p:cNvSpPr/>
              <p:nvPr/>
            </p:nvSpPr>
            <p:spPr>
              <a:xfrm>
                <a:off x="3023299" y="4100806"/>
                <a:ext cx="6589" cy="11009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924" extrusionOk="0">
                    <a:moveTo>
                      <a:pt x="1" y="0"/>
                    </a:moveTo>
                    <a:lnTo>
                      <a:pt x="1" y="2924"/>
                    </a:lnTo>
                    <a:lnTo>
                      <a:pt x="175" y="2924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0">
                <a:extLst>
                  <a:ext uri="{FF2B5EF4-FFF2-40B4-BE49-F238E27FC236}">
                    <a16:creationId xmlns:a16="http://schemas.microsoft.com/office/drawing/2014/main" id="{58BFDAE5-51F3-BCB3-A4E9-B42622F8525E}"/>
                  </a:ext>
                </a:extLst>
              </p:cNvPr>
              <p:cNvSpPr/>
              <p:nvPr/>
            </p:nvSpPr>
            <p:spPr>
              <a:xfrm>
                <a:off x="2966744" y="4122494"/>
                <a:ext cx="18224" cy="1419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377" extrusionOk="0">
                    <a:moveTo>
                      <a:pt x="483" y="1"/>
                    </a:moveTo>
                    <a:lnTo>
                      <a:pt x="202" y="14"/>
                    </a:lnTo>
                    <a:cubicBezTo>
                      <a:pt x="94" y="14"/>
                      <a:pt x="1" y="95"/>
                      <a:pt x="1" y="202"/>
                    </a:cubicBezTo>
                    <a:lnTo>
                      <a:pt x="1" y="376"/>
                    </a:lnTo>
                    <a:lnTo>
                      <a:pt x="483" y="376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40">
                <a:extLst>
                  <a:ext uri="{FF2B5EF4-FFF2-40B4-BE49-F238E27FC236}">
                    <a16:creationId xmlns:a16="http://schemas.microsoft.com/office/drawing/2014/main" id="{2D234716-C5A6-F128-867A-73B8B480B28A}"/>
                  </a:ext>
                </a:extLst>
              </p:cNvPr>
              <p:cNvSpPr/>
              <p:nvPr/>
            </p:nvSpPr>
            <p:spPr>
              <a:xfrm>
                <a:off x="2158783" y="4046774"/>
                <a:ext cx="68226" cy="44957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1194" extrusionOk="0">
                    <a:moveTo>
                      <a:pt x="1570" y="0"/>
                    </a:moveTo>
                    <a:lnTo>
                      <a:pt x="1489" y="40"/>
                    </a:lnTo>
                    <a:cubicBezTo>
                      <a:pt x="966" y="349"/>
                      <a:pt x="497" y="711"/>
                      <a:pt x="68" y="1127"/>
                    </a:cubicBezTo>
                    <a:cubicBezTo>
                      <a:pt x="54" y="1154"/>
                      <a:pt x="28" y="1180"/>
                      <a:pt x="1" y="1194"/>
                    </a:cubicBezTo>
                    <a:lnTo>
                      <a:pt x="926" y="1194"/>
                    </a:lnTo>
                    <a:cubicBezTo>
                      <a:pt x="1020" y="1194"/>
                      <a:pt x="1114" y="1140"/>
                      <a:pt x="1168" y="1060"/>
                    </a:cubicBezTo>
                    <a:lnTo>
                      <a:pt x="1208" y="1019"/>
                    </a:lnTo>
                    <a:lnTo>
                      <a:pt x="1744" y="228"/>
                    </a:lnTo>
                    <a:cubicBezTo>
                      <a:pt x="1811" y="134"/>
                      <a:pt x="1731" y="0"/>
                      <a:pt x="16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40">
                <a:extLst>
                  <a:ext uri="{FF2B5EF4-FFF2-40B4-BE49-F238E27FC236}">
                    <a16:creationId xmlns:a16="http://schemas.microsoft.com/office/drawing/2014/main" id="{84EAF2BE-D1B8-8DBC-A9DC-00F6B8B85E52}"/>
                  </a:ext>
                </a:extLst>
              </p:cNvPr>
              <p:cNvSpPr/>
              <p:nvPr/>
            </p:nvSpPr>
            <p:spPr>
              <a:xfrm>
                <a:off x="2161306" y="4049071"/>
                <a:ext cx="62390" cy="40138"/>
              </a:xfrm>
              <a:custGeom>
                <a:avLst/>
                <a:gdLst/>
                <a:ahLst/>
                <a:cxnLst/>
                <a:rect l="l" t="t" r="r" b="b"/>
                <a:pathLst>
                  <a:path w="1657" h="1066" extrusionOk="0">
                    <a:moveTo>
                      <a:pt x="1557" y="1"/>
                    </a:moveTo>
                    <a:cubicBezTo>
                      <a:pt x="1548" y="1"/>
                      <a:pt x="1539" y="3"/>
                      <a:pt x="1530" y="6"/>
                    </a:cubicBezTo>
                    <a:cubicBezTo>
                      <a:pt x="1396" y="20"/>
                      <a:pt x="1262" y="73"/>
                      <a:pt x="1141" y="154"/>
                    </a:cubicBezTo>
                    <a:cubicBezTo>
                      <a:pt x="738" y="422"/>
                      <a:pt x="350" y="717"/>
                      <a:pt x="1" y="1066"/>
                    </a:cubicBezTo>
                    <a:lnTo>
                      <a:pt x="832" y="1066"/>
                    </a:lnTo>
                    <a:cubicBezTo>
                      <a:pt x="913" y="1066"/>
                      <a:pt x="993" y="1025"/>
                      <a:pt x="1047" y="958"/>
                    </a:cubicBezTo>
                    <a:lnTo>
                      <a:pt x="1127" y="824"/>
                    </a:lnTo>
                    <a:lnTo>
                      <a:pt x="1194" y="730"/>
                    </a:lnTo>
                    <a:lnTo>
                      <a:pt x="1610" y="127"/>
                    </a:lnTo>
                    <a:cubicBezTo>
                      <a:pt x="1657" y="69"/>
                      <a:pt x="1613" y="1"/>
                      <a:pt x="15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0">
                <a:extLst>
                  <a:ext uri="{FF2B5EF4-FFF2-40B4-BE49-F238E27FC236}">
                    <a16:creationId xmlns:a16="http://schemas.microsoft.com/office/drawing/2014/main" id="{48EEA125-9D21-87B7-214C-DE9AFDBF4060}"/>
                  </a:ext>
                </a:extLst>
              </p:cNvPr>
              <p:cNvSpPr/>
              <p:nvPr/>
            </p:nvSpPr>
            <p:spPr>
              <a:xfrm>
                <a:off x="2204871" y="4045757"/>
                <a:ext cx="81216" cy="46011"/>
              </a:xfrm>
              <a:custGeom>
                <a:avLst/>
                <a:gdLst/>
                <a:ahLst/>
                <a:cxnLst/>
                <a:rect l="l" t="t" r="r" b="b"/>
                <a:pathLst>
                  <a:path w="2157" h="1222" extrusionOk="0">
                    <a:moveTo>
                      <a:pt x="869" y="0"/>
                    </a:moveTo>
                    <a:cubicBezTo>
                      <a:pt x="802" y="0"/>
                      <a:pt x="735" y="27"/>
                      <a:pt x="695" y="81"/>
                    </a:cubicBezTo>
                    <a:lnTo>
                      <a:pt x="105" y="912"/>
                    </a:lnTo>
                    <a:cubicBezTo>
                      <a:pt x="1" y="1042"/>
                      <a:pt x="97" y="1221"/>
                      <a:pt x="249" y="1221"/>
                    </a:cubicBezTo>
                    <a:cubicBezTo>
                      <a:pt x="255" y="1221"/>
                      <a:pt x="260" y="1221"/>
                      <a:pt x="265" y="1221"/>
                    </a:cubicBezTo>
                    <a:lnTo>
                      <a:pt x="1955" y="1221"/>
                    </a:lnTo>
                    <a:cubicBezTo>
                      <a:pt x="2063" y="1221"/>
                      <a:pt x="2156" y="1127"/>
                      <a:pt x="2156" y="1020"/>
                    </a:cubicBezTo>
                    <a:lnTo>
                      <a:pt x="2156" y="202"/>
                    </a:lnTo>
                    <a:cubicBezTo>
                      <a:pt x="2156" y="94"/>
                      <a:pt x="2063" y="0"/>
                      <a:pt x="19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0">
                <a:extLst>
                  <a:ext uri="{FF2B5EF4-FFF2-40B4-BE49-F238E27FC236}">
                    <a16:creationId xmlns:a16="http://schemas.microsoft.com/office/drawing/2014/main" id="{B1528B86-835F-8DCA-246C-FDB5E39106AE}"/>
                  </a:ext>
                </a:extLst>
              </p:cNvPr>
              <p:cNvSpPr/>
              <p:nvPr/>
            </p:nvSpPr>
            <p:spPr>
              <a:xfrm>
                <a:off x="2209803" y="4048280"/>
                <a:ext cx="73761" cy="40928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087" extrusionOk="0">
                    <a:moveTo>
                      <a:pt x="738" y="0"/>
                    </a:moveTo>
                    <a:cubicBezTo>
                      <a:pt x="698" y="0"/>
                      <a:pt x="657" y="27"/>
                      <a:pt x="631" y="54"/>
                    </a:cubicBezTo>
                    <a:lnTo>
                      <a:pt x="202" y="644"/>
                    </a:lnTo>
                    <a:lnTo>
                      <a:pt x="134" y="738"/>
                    </a:lnTo>
                    <a:lnTo>
                      <a:pt x="27" y="872"/>
                    </a:lnTo>
                    <a:cubicBezTo>
                      <a:pt x="14" y="899"/>
                      <a:pt x="0" y="939"/>
                      <a:pt x="14" y="966"/>
                    </a:cubicBezTo>
                    <a:cubicBezTo>
                      <a:pt x="14" y="1033"/>
                      <a:pt x="67" y="1087"/>
                      <a:pt x="134" y="1087"/>
                    </a:cubicBezTo>
                    <a:lnTo>
                      <a:pt x="1824" y="1087"/>
                    </a:lnTo>
                    <a:cubicBezTo>
                      <a:pt x="1905" y="1087"/>
                      <a:pt x="1958" y="1020"/>
                      <a:pt x="1958" y="953"/>
                    </a:cubicBezTo>
                    <a:lnTo>
                      <a:pt x="1958" y="135"/>
                    </a:lnTo>
                    <a:cubicBezTo>
                      <a:pt x="1958" y="121"/>
                      <a:pt x="1958" y="94"/>
                      <a:pt x="1945" y="81"/>
                    </a:cubicBezTo>
                    <a:cubicBezTo>
                      <a:pt x="1932" y="54"/>
                      <a:pt x="1918" y="41"/>
                      <a:pt x="1891" y="27"/>
                    </a:cubicBezTo>
                    <a:cubicBezTo>
                      <a:pt x="1878" y="14"/>
                      <a:pt x="1851" y="0"/>
                      <a:pt x="1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0">
                <a:extLst>
                  <a:ext uri="{FF2B5EF4-FFF2-40B4-BE49-F238E27FC236}">
                    <a16:creationId xmlns:a16="http://schemas.microsoft.com/office/drawing/2014/main" id="{2D76E0CB-43C6-32C6-4896-F02D52C4F29B}"/>
                  </a:ext>
                </a:extLst>
              </p:cNvPr>
              <p:cNvSpPr/>
              <p:nvPr/>
            </p:nvSpPr>
            <p:spPr>
              <a:xfrm>
                <a:off x="2288574" y="4045757"/>
                <a:ext cx="48007" cy="45974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1221" extrusionOk="0">
                    <a:moveTo>
                      <a:pt x="202" y="0"/>
                    </a:moveTo>
                    <a:cubicBezTo>
                      <a:pt x="81" y="0"/>
                      <a:pt x="0" y="94"/>
                      <a:pt x="0" y="202"/>
                    </a:cubicBezTo>
                    <a:lnTo>
                      <a:pt x="0" y="1020"/>
                    </a:lnTo>
                    <a:cubicBezTo>
                      <a:pt x="0" y="1140"/>
                      <a:pt x="81" y="1221"/>
                      <a:pt x="202" y="1221"/>
                    </a:cubicBezTo>
                    <a:lnTo>
                      <a:pt x="1073" y="1221"/>
                    </a:lnTo>
                    <a:cubicBezTo>
                      <a:pt x="1181" y="1221"/>
                      <a:pt x="1275" y="1140"/>
                      <a:pt x="1275" y="1020"/>
                    </a:cubicBezTo>
                    <a:lnTo>
                      <a:pt x="1275" y="202"/>
                    </a:lnTo>
                    <a:cubicBezTo>
                      <a:pt x="1275" y="94"/>
                      <a:pt x="1181" y="0"/>
                      <a:pt x="10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40">
                <a:extLst>
                  <a:ext uri="{FF2B5EF4-FFF2-40B4-BE49-F238E27FC236}">
                    <a16:creationId xmlns:a16="http://schemas.microsoft.com/office/drawing/2014/main" id="{F7E02204-62FE-C8CD-E856-102F82AA367A}"/>
                  </a:ext>
                </a:extLst>
              </p:cNvPr>
              <p:cNvSpPr/>
              <p:nvPr/>
            </p:nvSpPr>
            <p:spPr>
              <a:xfrm>
                <a:off x="2291097" y="4048280"/>
                <a:ext cx="42962" cy="40928"/>
              </a:xfrm>
              <a:custGeom>
                <a:avLst/>
                <a:gdLst/>
                <a:ahLst/>
                <a:cxnLst/>
                <a:rect l="l" t="t" r="r" b="b"/>
                <a:pathLst>
                  <a:path w="1141" h="1087" extrusionOk="0">
                    <a:moveTo>
                      <a:pt x="135" y="0"/>
                    </a:moveTo>
                    <a:cubicBezTo>
                      <a:pt x="54" y="0"/>
                      <a:pt x="1" y="67"/>
                      <a:pt x="1" y="135"/>
                    </a:cubicBezTo>
                    <a:lnTo>
                      <a:pt x="1" y="953"/>
                    </a:lnTo>
                    <a:cubicBezTo>
                      <a:pt x="1" y="1033"/>
                      <a:pt x="54" y="1087"/>
                      <a:pt x="135" y="1087"/>
                    </a:cubicBezTo>
                    <a:lnTo>
                      <a:pt x="1006" y="1087"/>
                    </a:lnTo>
                    <a:cubicBezTo>
                      <a:pt x="1073" y="1087"/>
                      <a:pt x="1140" y="1033"/>
                      <a:pt x="1140" y="953"/>
                    </a:cubicBezTo>
                    <a:lnTo>
                      <a:pt x="1140" y="135"/>
                    </a:lnTo>
                    <a:cubicBezTo>
                      <a:pt x="1140" y="67"/>
                      <a:pt x="1073" y="0"/>
                      <a:pt x="10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40">
                <a:extLst>
                  <a:ext uri="{FF2B5EF4-FFF2-40B4-BE49-F238E27FC236}">
                    <a16:creationId xmlns:a16="http://schemas.microsoft.com/office/drawing/2014/main" id="{F233762E-FB5F-A66B-4EDD-046F41D94912}"/>
                  </a:ext>
                </a:extLst>
              </p:cNvPr>
              <p:cNvSpPr/>
              <p:nvPr/>
            </p:nvSpPr>
            <p:spPr>
              <a:xfrm>
                <a:off x="2430978" y="4010891"/>
                <a:ext cx="3577" cy="250502"/>
              </a:xfrm>
              <a:custGeom>
                <a:avLst/>
                <a:gdLst/>
                <a:ahLst/>
                <a:cxnLst/>
                <a:rect l="l" t="t" r="r" b="b"/>
                <a:pathLst>
                  <a:path w="95" h="6653" extrusionOk="0">
                    <a:moveTo>
                      <a:pt x="0" y="1"/>
                    </a:moveTo>
                    <a:lnTo>
                      <a:pt x="0" y="6653"/>
                    </a:lnTo>
                    <a:lnTo>
                      <a:pt x="94" y="6653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0">
                <a:extLst>
                  <a:ext uri="{FF2B5EF4-FFF2-40B4-BE49-F238E27FC236}">
                    <a16:creationId xmlns:a16="http://schemas.microsoft.com/office/drawing/2014/main" id="{9A5FC10F-BC07-7717-C22A-F5D95A801895}"/>
                  </a:ext>
                </a:extLst>
              </p:cNvPr>
              <p:cNvSpPr/>
              <p:nvPr/>
            </p:nvSpPr>
            <p:spPr>
              <a:xfrm>
                <a:off x="2404734" y="4261358"/>
                <a:ext cx="87391" cy="17207"/>
              </a:xfrm>
              <a:custGeom>
                <a:avLst/>
                <a:gdLst/>
                <a:ahLst/>
                <a:cxnLst/>
                <a:rect l="l" t="t" r="r" b="b"/>
                <a:pathLst>
                  <a:path w="2321" h="457" extrusionOk="0">
                    <a:moveTo>
                      <a:pt x="0" y="1"/>
                    </a:moveTo>
                    <a:lnTo>
                      <a:pt x="0" y="403"/>
                    </a:lnTo>
                    <a:cubicBezTo>
                      <a:pt x="0" y="430"/>
                      <a:pt x="27" y="457"/>
                      <a:pt x="67" y="457"/>
                    </a:cubicBezTo>
                    <a:lnTo>
                      <a:pt x="2266" y="457"/>
                    </a:lnTo>
                    <a:cubicBezTo>
                      <a:pt x="2293" y="457"/>
                      <a:pt x="2320" y="430"/>
                      <a:pt x="2320" y="403"/>
                    </a:cubicBezTo>
                    <a:lnTo>
                      <a:pt x="23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0">
                <a:extLst>
                  <a:ext uri="{FF2B5EF4-FFF2-40B4-BE49-F238E27FC236}">
                    <a16:creationId xmlns:a16="http://schemas.microsoft.com/office/drawing/2014/main" id="{C7D74594-C77A-CBBA-D176-7BF5F55C2BF8}"/>
                  </a:ext>
                </a:extLst>
              </p:cNvPr>
              <p:cNvSpPr/>
              <p:nvPr/>
            </p:nvSpPr>
            <p:spPr>
              <a:xfrm>
                <a:off x="3617165" y="3736213"/>
                <a:ext cx="278252" cy="274713"/>
              </a:xfrm>
              <a:custGeom>
                <a:avLst/>
                <a:gdLst/>
                <a:ahLst/>
                <a:cxnLst/>
                <a:rect l="l" t="t" r="r" b="b"/>
                <a:pathLst>
                  <a:path w="7390" h="7296" extrusionOk="0">
                    <a:moveTo>
                      <a:pt x="6008" y="0"/>
                    </a:moveTo>
                    <a:cubicBezTo>
                      <a:pt x="5847" y="1100"/>
                      <a:pt x="5606" y="2186"/>
                      <a:pt x="5271" y="3246"/>
                    </a:cubicBezTo>
                    <a:cubicBezTo>
                      <a:pt x="4600" y="5325"/>
                      <a:pt x="2669" y="6746"/>
                      <a:pt x="483" y="6786"/>
                    </a:cubicBezTo>
                    <a:lnTo>
                      <a:pt x="469" y="6786"/>
                    </a:lnTo>
                    <a:cubicBezTo>
                      <a:pt x="362" y="6907"/>
                      <a:pt x="241" y="7028"/>
                      <a:pt x="134" y="7148"/>
                    </a:cubicBezTo>
                    <a:lnTo>
                      <a:pt x="0" y="7296"/>
                    </a:lnTo>
                    <a:lnTo>
                      <a:pt x="6880" y="7296"/>
                    </a:lnTo>
                    <a:lnTo>
                      <a:pt x="7390" y="295"/>
                    </a:lnTo>
                    <a:cubicBezTo>
                      <a:pt x="7390" y="134"/>
                      <a:pt x="7269" y="0"/>
                      <a:pt x="71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0">
                <a:extLst>
                  <a:ext uri="{FF2B5EF4-FFF2-40B4-BE49-F238E27FC236}">
                    <a16:creationId xmlns:a16="http://schemas.microsoft.com/office/drawing/2014/main" id="{991930FD-D4EB-0D81-8062-F62C701BB1D2}"/>
                  </a:ext>
                </a:extLst>
              </p:cNvPr>
              <p:cNvSpPr/>
              <p:nvPr/>
            </p:nvSpPr>
            <p:spPr>
              <a:xfrm>
                <a:off x="3617165" y="3736213"/>
                <a:ext cx="278252" cy="274713"/>
              </a:xfrm>
              <a:custGeom>
                <a:avLst/>
                <a:gdLst/>
                <a:ahLst/>
                <a:cxnLst/>
                <a:rect l="l" t="t" r="r" b="b"/>
                <a:pathLst>
                  <a:path w="7390" h="7296" extrusionOk="0">
                    <a:moveTo>
                      <a:pt x="7095" y="0"/>
                    </a:moveTo>
                    <a:cubicBezTo>
                      <a:pt x="7095" y="1623"/>
                      <a:pt x="6531" y="3340"/>
                      <a:pt x="5955" y="4694"/>
                    </a:cubicBezTo>
                    <a:cubicBezTo>
                      <a:pt x="5311" y="6183"/>
                      <a:pt x="3849" y="7148"/>
                      <a:pt x="2226" y="7148"/>
                    </a:cubicBezTo>
                    <a:lnTo>
                      <a:pt x="134" y="7148"/>
                    </a:lnTo>
                    <a:lnTo>
                      <a:pt x="0" y="7296"/>
                    </a:lnTo>
                    <a:lnTo>
                      <a:pt x="6880" y="7296"/>
                    </a:lnTo>
                    <a:lnTo>
                      <a:pt x="7390" y="295"/>
                    </a:lnTo>
                    <a:cubicBezTo>
                      <a:pt x="7390" y="134"/>
                      <a:pt x="7269" y="0"/>
                      <a:pt x="70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40">
                <a:extLst>
                  <a:ext uri="{FF2B5EF4-FFF2-40B4-BE49-F238E27FC236}">
                    <a16:creationId xmlns:a16="http://schemas.microsoft.com/office/drawing/2014/main" id="{3429A1FD-7962-64D3-7735-55F0C8429C10}"/>
                  </a:ext>
                </a:extLst>
              </p:cNvPr>
              <p:cNvSpPr/>
              <p:nvPr/>
            </p:nvSpPr>
            <p:spPr>
              <a:xfrm>
                <a:off x="3694391" y="4055321"/>
                <a:ext cx="386352" cy="41606"/>
              </a:xfrm>
              <a:custGeom>
                <a:avLst/>
                <a:gdLst/>
                <a:ahLst/>
                <a:cxnLst/>
                <a:rect l="l" t="t" r="r" b="b"/>
                <a:pathLst>
                  <a:path w="10261" h="1105" extrusionOk="0">
                    <a:moveTo>
                      <a:pt x="10042" y="0"/>
                    </a:moveTo>
                    <a:cubicBezTo>
                      <a:pt x="10034" y="0"/>
                      <a:pt x="10027" y="0"/>
                      <a:pt x="10019" y="1"/>
                    </a:cubicBezTo>
                    <a:lnTo>
                      <a:pt x="1047" y="1"/>
                    </a:lnTo>
                    <a:cubicBezTo>
                      <a:pt x="671" y="1"/>
                      <a:pt x="323" y="149"/>
                      <a:pt x="81" y="417"/>
                    </a:cubicBezTo>
                    <a:cubicBezTo>
                      <a:pt x="41" y="457"/>
                      <a:pt x="14" y="497"/>
                      <a:pt x="14" y="551"/>
                    </a:cubicBezTo>
                    <a:cubicBezTo>
                      <a:pt x="1" y="631"/>
                      <a:pt x="41" y="712"/>
                      <a:pt x="108" y="766"/>
                    </a:cubicBezTo>
                    <a:lnTo>
                      <a:pt x="175" y="833"/>
                    </a:lnTo>
                    <a:cubicBezTo>
                      <a:pt x="404" y="1001"/>
                      <a:pt x="687" y="1105"/>
                      <a:pt x="985" y="1105"/>
                    </a:cubicBezTo>
                    <a:cubicBezTo>
                      <a:pt x="1019" y="1105"/>
                      <a:pt x="1053" y="1104"/>
                      <a:pt x="1087" y="1101"/>
                    </a:cubicBezTo>
                    <a:lnTo>
                      <a:pt x="10032" y="471"/>
                    </a:lnTo>
                    <a:cubicBezTo>
                      <a:pt x="10099" y="471"/>
                      <a:pt x="10153" y="444"/>
                      <a:pt x="10193" y="403"/>
                    </a:cubicBezTo>
                    <a:cubicBezTo>
                      <a:pt x="10234" y="350"/>
                      <a:pt x="10260" y="296"/>
                      <a:pt x="10260" y="229"/>
                    </a:cubicBezTo>
                    <a:cubicBezTo>
                      <a:pt x="10260" y="103"/>
                      <a:pt x="10165" y="0"/>
                      <a:pt x="100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40">
                <a:extLst>
                  <a:ext uri="{FF2B5EF4-FFF2-40B4-BE49-F238E27FC236}">
                    <a16:creationId xmlns:a16="http://schemas.microsoft.com/office/drawing/2014/main" id="{2F0FD1EF-B371-164C-60F9-F4A7FC796540}"/>
                  </a:ext>
                </a:extLst>
              </p:cNvPr>
              <p:cNvSpPr/>
              <p:nvPr/>
            </p:nvSpPr>
            <p:spPr>
              <a:xfrm>
                <a:off x="3694391" y="4066466"/>
                <a:ext cx="385863" cy="30461"/>
              </a:xfrm>
              <a:custGeom>
                <a:avLst/>
                <a:gdLst/>
                <a:ahLst/>
                <a:cxnLst/>
                <a:rect l="l" t="t" r="r" b="b"/>
                <a:pathLst>
                  <a:path w="10248" h="809" extrusionOk="0">
                    <a:moveTo>
                      <a:pt x="10247" y="0"/>
                    </a:moveTo>
                    <a:cubicBezTo>
                      <a:pt x="8624" y="94"/>
                      <a:pt x="4105" y="362"/>
                      <a:pt x="2603" y="443"/>
                    </a:cubicBezTo>
                    <a:cubicBezTo>
                      <a:pt x="2338" y="457"/>
                      <a:pt x="2096" y="463"/>
                      <a:pt x="1875" y="463"/>
                    </a:cubicBezTo>
                    <a:cubicBezTo>
                      <a:pt x="608" y="463"/>
                      <a:pt x="49" y="266"/>
                      <a:pt x="14" y="255"/>
                    </a:cubicBezTo>
                    <a:lnTo>
                      <a:pt x="14" y="255"/>
                    </a:lnTo>
                    <a:cubicBezTo>
                      <a:pt x="1" y="335"/>
                      <a:pt x="41" y="416"/>
                      <a:pt x="108" y="470"/>
                    </a:cubicBezTo>
                    <a:lnTo>
                      <a:pt x="175" y="537"/>
                    </a:lnTo>
                    <a:cubicBezTo>
                      <a:pt x="404" y="705"/>
                      <a:pt x="687" y="809"/>
                      <a:pt x="985" y="809"/>
                    </a:cubicBezTo>
                    <a:cubicBezTo>
                      <a:pt x="1019" y="809"/>
                      <a:pt x="1053" y="808"/>
                      <a:pt x="1087" y="805"/>
                    </a:cubicBezTo>
                    <a:lnTo>
                      <a:pt x="10032" y="175"/>
                    </a:lnTo>
                    <a:cubicBezTo>
                      <a:pt x="10099" y="175"/>
                      <a:pt x="10153" y="148"/>
                      <a:pt x="10193" y="94"/>
                    </a:cubicBezTo>
                    <a:cubicBezTo>
                      <a:pt x="10220" y="67"/>
                      <a:pt x="10234" y="40"/>
                      <a:pt x="102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0">
                <a:extLst>
                  <a:ext uri="{FF2B5EF4-FFF2-40B4-BE49-F238E27FC236}">
                    <a16:creationId xmlns:a16="http://schemas.microsoft.com/office/drawing/2014/main" id="{E0B27C68-01C9-A4E6-071E-7F4B66A3A0A6}"/>
                  </a:ext>
                </a:extLst>
              </p:cNvPr>
              <p:cNvSpPr/>
              <p:nvPr/>
            </p:nvSpPr>
            <p:spPr>
              <a:xfrm>
                <a:off x="1988102" y="4107357"/>
                <a:ext cx="157613" cy="63143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1677" extrusionOk="0">
                    <a:moveTo>
                      <a:pt x="4172" y="0"/>
                    </a:moveTo>
                    <a:cubicBezTo>
                      <a:pt x="3152" y="175"/>
                      <a:pt x="2133" y="430"/>
                      <a:pt x="1154" y="778"/>
                    </a:cubicBezTo>
                    <a:cubicBezTo>
                      <a:pt x="832" y="872"/>
                      <a:pt x="524" y="1047"/>
                      <a:pt x="269" y="1288"/>
                    </a:cubicBezTo>
                    <a:cubicBezTo>
                      <a:pt x="148" y="1395"/>
                      <a:pt x="55" y="1529"/>
                      <a:pt x="1" y="1677"/>
                    </a:cubicBezTo>
                    <a:cubicBezTo>
                      <a:pt x="323" y="1476"/>
                      <a:pt x="1583" y="819"/>
                      <a:pt x="4172" y="819"/>
                    </a:cubicBezTo>
                    <a:cubicBezTo>
                      <a:pt x="4172" y="524"/>
                      <a:pt x="4185" y="242"/>
                      <a:pt x="41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0">
                <a:extLst>
                  <a:ext uri="{FF2B5EF4-FFF2-40B4-BE49-F238E27FC236}">
                    <a16:creationId xmlns:a16="http://schemas.microsoft.com/office/drawing/2014/main" id="{9A34A1B1-6887-0AE2-D9D2-FE9E126E71ED}"/>
                  </a:ext>
                </a:extLst>
              </p:cNvPr>
              <p:cNvSpPr/>
              <p:nvPr/>
            </p:nvSpPr>
            <p:spPr>
              <a:xfrm>
                <a:off x="2454210" y="4067483"/>
                <a:ext cx="87881" cy="40928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1087" extrusionOk="0">
                    <a:moveTo>
                      <a:pt x="1945" y="67"/>
                    </a:moveTo>
                    <a:cubicBezTo>
                      <a:pt x="2119" y="67"/>
                      <a:pt x="2267" y="215"/>
                      <a:pt x="2267" y="402"/>
                    </a:cubicBezTo>
                    <a:lnTo>
                      <a:pt x="2267" y="697"/>
                    </a:lnTo>
                    <a:cubicBezTo>
                      <a:pt x="2267" y="872"/>
                      <a:pt x="2119" y="1019"/>
                      <a:pt x="1945" y="1019"/>
                    </a:cubicBezTo>
                    <a:lnTo>
                      <a:pt x="389" y="1019"/>
                    </a:lnTo>
                    <a:cubicBezTo>
                      <a:pt x="215" y="1019"/>
                      <a:pt x="67" y="872"/>
                      <a:pt x="67" y="697"/>
                    </a:cubicBezTo>
                    <a:lnTo>
                      <a:pt x="67" y="402"/>
                    </a:lnTo>
                    <a:cubicBezTo>
                      <a:pt x="67" y="215"/>
                      <a:pt x="215" y="80"/>
                      <a:pt x="389" y="80"/>
                    </a:cubicBezTo>
                    <a:lnTo>
                      <a:pt x="1945" y="67"/>
                    </a:lnTo>
                    <a:close/>
                    <a:moveTo>
                      <a:pt x="389" y="0"/>
                    </a:moveTo>
                    <a:cubicBezTo>
                      <a:pt x="175" y="0"/>
                      <a:pt x="0" y="174"/>
                      <a:pt x="0" y="389"/>
                    </a:cubicBezTo>
                    <a:lnTo>
                      <a:pt x="0" y="684"/>
                    </a:lnTo>
                    <a:cubicBezTo>
                      <a:pt x="0" y="912"/>
                      <a:pt x="175" y="1086"/>
                      <a:pt x="389" y="1086"/>
                    </a:cubicBezTo>
                    <a:lnTo>
                      <a:pt x="1945" y="1086"/>
                    </a:lnTo>
                    <a:cubicBezTo>
                      <a:pt x="2159" y="1086"/>
                      <a:pt x="2334" y="912"/>
                      <a:pt x="2334" y="684"/>
                    </a:cubicBezTo>
                    <a:lnTo>
                      <a:pt x="2334" y="389"/>
                    </a:lnTo>
                    <a:cubicBezTo>
                      <a:pt x="2334" y="174"/>
                      <a:pt x="2159" y="0"/>
                      <a:pt x="194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0">
                <a:extLst>
                  <a:ext uri="{FF2B5EF4-FFF2-40B4-BE49-F238E27FC236}">
                    <a16:creationId xmlns:a16="http://schemas.microsoft.com/office/drawing/2014/main" id="{08518CAB-9580-36AE-E348-475966172076}"/>
                  </a:ext>
                </a:extLst>
              </p:cNvPr>
              <p:cNvSpPr/>
              <p:nvPr/>
            </p:nvSpPr>
            <p:spPr>
              <a:xfrm>
                <a:off x="2192106" y="4126033"/>
                <a:ext cx="54596" cy="40928"/>
              </a:xfrm>
              <a:custGeom>
                <a:avLst/>
                <a:gdLst/>
                <a:ahLst/>
                <a:cxnLst/>
                <a:rect l="l" t="t" r="r" b="b"/>
                <a:pathLst>
                  <a:path w="1450" h="1087" extrusionOk="0">
                    <a:moveTo>
                      <a:pt x="1060" y="68"/>
                    </a:moveTo>
                    <a:cubicBezTo>
                      <a:pt x="1235" y="68"/>
                      <a:pt x="1382" y="215"/>
                      <a:pt x="1382" y="403"/>
                    </a:cubicBezTo>
                    <a:lnTo>
                      <a:pt x="1382" y="685"/>
                    </a:lnTo>
                    <a:cubicBezTo>
                      <a:pt x="1382" y="872"/>
                      <a:pt x="1235" y="1020"/>
                      <a:pt x="1060" y="1020"/>
                    </a:cubicBezTo>
                    <a:lnTo>
                      <a:pt x="390" y="1020"/>
                    </a:lnTo>
                    <a:cubicBezTo>
                      <a:pt x="216" y="1020"/>
                      <a:pt x="68" y="872"/>
                      <a:pt x="68" y="685"/>
                    </a:cubicBezTo>
                    <a:lnTo>
                      <a:pt x="68" y="403"/>
                    </a:lnTo>
                    <a:cubicBezTo>
                      <a:pt x="68" y="215"/>
                      <a:pt x="216" y="81"/>
                      <a:pt x="390" y="81"/>
                    </a:cubicBezTo>
                    <a:lnTo>
                      <a:pt x="1060" y="68"/>
                    </a:lnTo>
                    <a:close/>
                    <a:moveTo>
                      <a:pt x="390" y="1"/>
                    </a:moveTo>
                    <a:cubicBezTo>
                      <a:pt x="175" y="1"/>
                      <a:pt x="1" y="175"/>
                      <a:pt x="1" y="403"/>
                    </a:cubicBezTo>
                    <a:lnTo>
                      <a:pt x="1" y="685"/>
                    </a:lnTo>
                    <a:cubicBezTo>
                      <a:pt x="1" y="913"/>
                      <a:pt x="175" y="1087"/>
                      <a:pt x="390" y="1087"/>
                    </a:cubicBezTo>
                    <a:lnTo>
                      <a:pt x="1060" y="1087"/>
                    </a:lnTo>
                    <a:cubicBezTo>
                      <a:pt x="1275" y="1087"/>
                      <a:pt x="1449" y="913"/>
                      <a:pt x="1449" y="685"/>
                    </a:cubicBezTo>
                    <a:lnTo>
                      <a:pt x="1449" y="403"/>
                    </a:lnTo>
                    <a:cubicBezTo>
                      <a:pt x="1449" y="175"/>
                      <a:pt x="1275" y="1"/>
                      <a:pt x="1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40">
                <a:extLst>
                  <a:ext uri="{FF2B5EF4-FFF2-40B4-BE49-F238E27FC236}">
                    <a16:creationId xmlns:a16="http://schemas.microsoft.com/office/drawing/2014/main" id="{E6B2374D-C10C-7DEF-54F8-C906B029EBD0}"/>
                  </a:ext>
                </a:extLst>
              </p:cNvPr>
              <p:cNvSpPr/>
              <p:nvPr/>
            </p:nvSpPr>
            <p:spPr>
              <a:xfrm>
                <a:off x="3425774" y="4118465"/>
                <a:ext cx="46990" cy="35393"/>
              </a:xfrm>
              <a:custGeom>
                <a:avLst/>
                <a:gdLst/>
                <a:ahLst/>
                <a:cxnLst/>
                <a:rect l="l" t="t" r="r" b="b"/>
                <a:pathLst>
                  <a:path w="1248" h="940" extrusionOk="0">
                    <a:moveTo>
                      <a:pt x="912" y="54"/>
                    </a:moveTo>
                    <a:cubicBezTo>
                      <a:pt x="1073" y="54"/>
                      <a:pt x="1194" y="188"/>
                      <a:pt x="1194" y="336"/>
                    </a:cubicBezTo>
                    <a:lnTo>
                      <a:pt x="1194" y="604"/>
                    </a:lnTo>
                    <a:cubicBezTo>
                      <a:pt x="1194" y="752"/>
                      <a:pt x="1073" y="886"/>
                      <a:pt x="912" y="886"/>
                    </a:cubicBezTo>
                    <a:lnTo>
                      <a:pt x="336" y="886"/>
                    </a:lnTo>
                    <a:cubicBezTo>
                      <a:pt x="175" y="886"/>
                      <a:pt x="54" y="752"/>
                      <a:pt x="54" y="604"/>
                    </a:cubicBezTo>
                    <a:lnTo>
                      <a:pt x="54" y="336"/>
                    </a:lnTo>
                    <a:cubicBezTo>
                      <a:pt x="54" y="175"/>
                      <a:pt x="175" y="54"/>
                      <a:pt x="336" y="54"/>
                    </a:cubicBezTo>
                    <a:close/>
                    <a:moveTo>
                      <a:pt x="336" y="1"/>
                    </a:moveTo>
                    <a:cubicBezTo>
                      <a:pt x="148" y="1"/>
                      <a:pt x="0" y="161"/>
                      <a:pt x="0" y="336"/>
                    </a:cubicBezTo>
                    <a:lnTo>
                      <a:pt x="0" y="604"/>
                    </a:lnTo>
                    <a:cubicBezTo>
                      <a:pt x="0" y="778"/>
                      <a:pt x="148" y="926"/>
                      <a:pt x="336" y="939"/>
                    </a:cubicBezTo>
                    <a:lnTo>
                      <a:pt x="912" y="939"/>
                    </a:lnTo>
                    <a:cubicBezTo>
                      <a:pt x="1100" y="926"/>
                      <a:pt x="1247" y="778"/>
                      <a:pt x="1247" y="604"/>
                    </a:cubicBezTo>
                    <a:lnTo>
                      <a:pt x="1247" y="336"/>
                    </a:lnTo>
                    <a:cubicBezTo>
                      <a:pt x="1247" y="161"/>
                      <a:pt x="1100" y="1"/>
                      <a:pt x="9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40">
                <a:extLst>
                  <a:ext uri="{FF2B5EF4-FFF2-40B4-BE49-F238E27FC236}">
                    <a16:creationId xmlns:a16="http://schemas.microsoft.com/office/drawing/2014/main" id="{8422A766-EFE0-6E6C-AE6A-39F219684A0B}"/>
                  </a:ext>
                </a:extLst>
              </p:cNvPr>
              <p:cNvSpPr/>
              <p:nvPr/>
            </p:nvSpPr>
            <p:spPr>
              <a:xfrm>
                <a:off x="2617813" y="4259362"/>
                <a:ext cx="600444" cy="8095"/>
              </a:xfrm>
              <a:custGeom>
                <a:avLst/>
                <a:gdLst/>
                <a:ahLst/>
                <a:cxnLst/>
                <a:rect l="l" t="t" r="r" b="b"/>
                <a:pathLst>
                  <a:path w="15947" h="215" extrusionOk="0">
                    <a:moveTo>
                      <a:pt x="15946" y="0"/>
                    </a:moveTo>
                    <a:cubicBezTo>
                      <a:pt x="15209" y="40"/>
                      <a:pt x="14471" y="54"/>
                      <a:pt x="13760" y="54"/>
                    </a:cubicBezTo>
                    <a:lnTo>
                      <a:pt x="1" y="54"/>
                    </a:lnTo>
                    <a:lnTo>
                      <a:pt x="1" y="215"/>
                    </a:lnTo>
                    <a:lnTo>
                      <a:pt x="15946" y="215"/>
                    </a:lnTo>
                    <a:lnTo>
                      <a:pt x="159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40">
                <a:extLst>
                  <a:ext uri="{FF2B5EF4-FFF2-40B4-BE49-F238E27FC236}">
                    <a16:creationId xmlns:a16="http://schemas.microsoft.com/office/drawing/2014/main" id="{FFAACF08-81D0-3C54-961F-CDE2CA0A6112}"/>
                  </a:ext>
                </a:extLst>
              </p:cNvPr>
              <p:cNvSpPr/>
              <p:nvPr/>
            </p:nvSpPr>
            <p:spPr>
              <a:xfrm>
                <a:off x="2172414" y="4076557"/>
                <a:ext cx="33887" cy="12651"/>
              </a:xfrm>
              <a:custGeom>
                <a:avLst/>
                <a:gdLst/>
                <a:ahLst/>
                <a:cxnLst/>
                <a:rect l="l" t="t" r="r" b="b"/>
                <a:pathLst>
                  <a:path w="900" h="336" extrusionOk="0">
                    <a:moveTo>
                      <a:pt x="899" y="0"/>
                    </a:moveTo>
                    <a:lnTo>
                      <a:pt x="1" y="336"/>
                    </a:lnTo>
                    <a:lnTo>
                      <a:pt x="189" y="336"/>
                    </a:lnTo>
                    <a:lnTo>
                      <a:pt x="832" y="94"/>
                    </a:lnTo>
                    <a:lnTo>
                      <a:pt x="89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40">
                <a:extLst>
                  <a:ext uri="{FF2B5EF4-FFF2-40B4-BE49-F238E27FC236}">
                    <a16:creationId xmlns:a16="http://schemas.microsoft.com/office/drawing/2014/main" id="{575AAEDE-7BDA-96C2-4CC8-1ADFEB88B5F4}"/>
                  </a:ext>
                </a:extLst>
              </p:cNvPr>
              <p:cNvSpPr/>
              <p:nvPr/>
            </p:nvSpPr>
            <p:spPr>
              <a:xfrm>
                <a:off x="2214849" y="4049297"/>
                <a:ext cx="68189" cy="27298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725" extrusionOk="0">
                    <a:moveTo>
                      <a:pt x="1771" y="0"/>
                    </a:moveTo>
                    <a:lnTo>
                      <a:pt x="68" y="631"/>
                    </a:lnTo>
                    <a:lnTo>
                      <a:pt x="0" y="724"/>
                    </a:lnTo>
                    <a:lnTo>
                      <a:pt x="1811" y="54"/>
                    </a:lnTo>
                    <a:cubicBezTo>
                      <a:pt x="1798" y="27"/>
                      <a:pt x="1784" y="14"/>
                      <a:pt x="177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40">
                <a:extLst>
                  <a:ext uri="{FF2B5EF4-FFF2-40B4-BE49-F238E27FC236}">
                    <a16:creationId xmlns:a16="http://schemas.microsoft.com/office/drawing/2014/main" id="{B8163203-3643-7525-0DC9-DF980671CCAC}"/>
                  </a:ext>
                </a:extLst>
              </p:cNvPr>
              <p:cNvSpPr/>
              <p:nvPr/>
            </p:nvSpPr>
            <p:spPr>
              <a:xfrm>
                <a:off x="2210293" y="4057882"/>
                <a:ext cx="73272" cy="31327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832" extrusionOk="0">
                    <a:moveTo>
                      <a:pt x="1945" y="0"/>
                    </a:moveTo>
                    <a:lnTo>
                      <a:pt x="1" y="724"/>
                    </a:lnTo>
                    <a:cubicBezTo>
                      <a:pt x="1" y="791"/>
                      <a:pt x="54" y="832"/>
                      <a:pt x="121" y="832"/>
                    </a:cubicBezTo>
                    <a:lnTo>
                      <a:pt x="202" y="832"/>
                    </a:lnTo>
                    <a:lnTo>
                      <a:pt x="1945" y="201"/>
                    </a:lnTo>
                    <a:lnTo>
                      <a:pt x="19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40">
                <a:extLst>
                  <a:ext uri="{FF2B5EF4-FFF2-40B4-BE49-F238E27FC236}">
                    <a16:creationId xmlns:a16="http://schemas.microsoft.com/office/drawing/2014/main" id="{2AC96F22-46D5-4B19-C2AA-9381340AF475}"/>
                  </a:ext>
                </a:extLst>
              </p:cNvPr>
              <p:cNvSpPr/>
              <p:nvPr/>
            </p:nvSpPr>
            <p:spPr>
              <a:xfrm>
                <a:off x="2291097" y="4048280"/>
                <a:ext cx="37389" cy="14157"/>
              </a:xfrm>
              <a:custGeom>
                <a:avLst/>
                <a:gdLst/>
                <a:ahLst/>
                <a:cxnLst/>
                <a:rect l="l" t="t" r="r" b="b"/>
                <a:pathLst>
                  <a:path w="993" h="376" extrusionOk="0">
                    <a:moveTo>
                      <a:pt x="483" y="0"/>
                    </a:moveTo>
                    <a:lnTo>
                      <a:pt x="1" y="188"/>
                    </a:lnTo>
                    <a:lnTo>
                      <a:pt x="1" y="376"/>
                    </a:lnTo>
                    <a:lnTo>
                      <a:pt x="99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19569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57"/>
          <p:cNvSpPr/>
          <p:nvPr/>
        </p:nvSpPr>
        <p:spPr>
          <a:xfrm>
            <a:off x="1170725" y="1620775"/>
            <a:ext cx="1671000" cy="167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0" name="Google Shape;2110;p57"/>
          <p:cNvSpPr/>
          <p:nvPr/>
        </p:nvSpPr>
        <p:spPr>
          <a:xfrm>
            <a:off x="3723700" y="1620775"/>
            <a:ext cx="1671000" cy="167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1" name="Google Shape;2111;p57"/>
          <p:cNvSpPr/>
          <p:nvPr/>
        </p:nvSpPr>
        <p:spPr>
          <a:xfrm>
            <a:off x="6302425" y="1620775"/>
            <a:ext cx="1671000" cy="1671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2" name="Google Shape;2112;p57"/>
          <p:cNvSpPr txBox="1">
            <a:spLocks noGrp="1"/>
          </p:cNvSpPr>
          <p:nvPr>
            <p:ph type="title" idx="7"/>
          </p:nvPr>
        </p:nvSpPr>
        <p:spPr>
          <a:xfrm>
            <a:off x="4017111" y="2164825"/>
            <a:ext cx="1084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12</a:t>
            </a:r>
            <a:r>
              <a:rPr lang="en" dirty="0"/>
              <a:t>%</a:t>
            </a:r>
            <a:endParaRPr dirty="0"/>
          </a:p>
        </p:txBody>
      </p:sp>
      <p:sp>
        <p:nvSpPr>
          <p:cNvPr id="2113" name="Google Shape;2113;p57"/>
          <p:cNvSpPr txBox="1">
            <a:spLocks noGrp="1"/>
          </p:cNvSpPr>
          <p:nvPr>
            <p:ph type="title" idx="8"/>
          </p:nvPr>
        </p:nvSpPr>
        <p:spPr>
          <a:xfrm>
            <a:off x="6514606" y="2164825"/>
            <a:ext cx="1246538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1,05</a:t>
            </a:r>
            <a:r>
              <a:rPr lang="en" dirty="0"/>
              <a:t>%</a:t>
            </a:r>
            <a:endParaRPr dirty="0"/>
          </a:p>
        </p:txBody>
      </p:sp>
      <p:sp>
        <p:nvSpPr>
          <p:cNvPr id="2114" name="Google Shape;2114;p57"/>
          <p:cNvSpPr/>
          <p:nvPr/>
        </p:nvSpPr>
        <p:spPr>
          <a:xfrm>
            <a:off x="1301625" y="1751675"/>
            <a:ext cx="1409100" cy="1409100"/>
          </a:xfrm>
          <a:prstGeom prst="arc">
            <a:avLst>
              <a:gd name="adj1" fmla="val 16200000"/>
              <a:gd name="adj2" fmla="val 12730360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5" name="Google Shape;2115;p57"/>
          <p:cNvSpPr/>
          <p:nvPr/>
        </p:nvSpPr>
        <p:spPr>
          <a:xfrm>
            <a:off x="6433325" y="1751675"/>
            <a:ext cx="1409100" cy="1409100"/>
          </a:xfrm>
          <a:prstGeom prst="arc">
            <a:avLst>
              <a:gd name="adj1" fmla="val 16200000"/>
              <a:gd name="adj2" fmla="val 16382912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6" name="Google Shape;2116;p57"/>
          <p:cNvSpPr txBox="1">
            <a:spLocks noGrp="1"/>
          </p:cNvSpPr>
          <p:nvPr>
            <p:ph type="title" idx="9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Интересные данные</a:t>
            </a:r>
            <a:endParaRPr dirty="0"/>
          </a:p>
        </p:txBody>
      </p:sp>
      <p:sp>
        <p:nvSpPr>
          <p:cNvPr id="2117" name="Google Shape;2117;p57"/>
          <p:cNvSpPr txBox="1">
            <a:spLocks noGrp="1"/>
          </p:cNvSpPr>
          <p:nvPr>
            <p:ph type="subTitle" idx="1"/>
          </p:nvPr>
        </p:nvSpPr>
        <p:spPr>
          <a:xfrm>
            <a:off x="3587206" y="3509350"/>
            <a:ext cx="1944000" cy="4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Файлов с ПД</a:t>
            </a:r>
            <a:endParaRPr dirty="0"/>
          </a:p>
        </p:txBody>
      </p:sp>
      <p:sp>
        <p:nvSpPr>
          <p:cNvPr id="2119" name="Google Shape;2119;p57"/>
          <p:cNvSpPr txBox="1">
            <a:spLocks noGrp="1"/>
          </p:cNvSpPr>
          <p:nvPr>
            <p:ph type="subTitle" idx="3"/>
          </p:nvPr>
        </p:nvSpPr>
        <p:spPr>
          <a:xfrm>
            <a:off x="857778" y="3509350"/>
            <a:ext cx="2296793" cy="4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Файлы без ПД</a:t>
            </a:r>
            <a:endParaRPr dirty="0"/>
          </a:p>
        </p:txBody>
      </p:sp>
      <p:sp>
        <p:nvSpPr>
          <p:cNvPr id="2121" name="Google Shape;2121;p57"/>
          <p:cNvSpPr txBox="1">
            <a:spLocks noGrp="1"/>
          </p:cNvSpPr>
          <p:nvPr>
            <p:ph type="subTitle" idx="5"/>
          </p:nvPr>
        </p:nvSpPr>
        <p:spPr>
          <a:xfrm>
            <a:off x="6053791" y="3806100"/>
            <a:ext cx="2168167" cy="4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«Правильных» файлов с ПД</a:t>
            </a:r>
            <a:endParaRPr dirty="0"/>
          </a:p>
        </p:txBody>
      </p:sp>
      <p:sp>
        <p:nvSpPr>
          <p:cNvPr id="2123" name="Google Shape;2123;p57"/>
          <p:cNvSpPr txBox="1">
            <a:spLocks noGrp="1"/>
          </p:cNvSpPr>
          <p:nvPr>
            <p:ph type="title"/>
          </p:nvPr>
        </p:nvSpPr>
        <p:spPr>
          <a:xfrm>
            <a:off x="1464075" y="2164825"/>
            <a:ext cx="1084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88</a:t>
            </a:r>
            <a:r>
              <a:rPr lang="en" dirty="0"/>
              <a:t>%</a:t>
            </a:r>
            <a:endParaRPr dirty="0"/>
          </a:p>
        </p:txBody>
      </p:sp>
      <p:sp>
        <p:nvSpPr>
          <p:cNvPr id="2124" name="Google Shape;2124;p57"/>
          <p:cNvSpPr/>
          <p:nvPr/>
        </p:nvSpPr>
        <p:spPr>
          <a:xfrm>
            <a:off x="3854600" y="1751675"/>
            <a:ext cx="1409100" cy="1409100"/>
          </a:xfrm>
          <a:prstGeom prst="arc">
            <a:avLst>
              <a:gd name="adj1" fmla="val 16200000"/>
              <a:gd name="adj2" fmla="val 18558194"/>
            </a:avLst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5" name="Google Shape;2125;p57"/>
          <p:cNvGrpSpPr/>
          <p:nvPr/>
        </p:nvGrpSpPr>
        <p:grpSpPr>
          <a:xfrm>
            <a:off x="8230993" y="4281600"/>
            <a:ext cx="863343" cy="805960"/>
            <a:chOff x="7939225" y="342675"/>
            <a:chExt cx="1204777" cy="1124700"/>
          </a:xfrm>
        </p:grpSpPr>
        <p:sp>
          <p:nvSpPr>
            <p:cNvPr id="2126" name="Google Shape;2126;p57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57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7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7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7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7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2" name="Google Shape;2132;p57"/>
          <p:cNvGrpSpPr/>
          <p:nvPr/>
        </p:nvGrpSpPr>
        <p:grpSpPr>
          <a:xfrm>
            <a:off x="7318388" y="191425"/>
            <a:ext cx="1990351" cy="1991301"/>
            <a:chOff x="7318388" y="191425"/>
            <a:chExt cx="1990351" cy="1991301"/>
          </a:xfrm>
        </p:grpSpPr>
        <p:sp>
          <p:nvSpPr>
            <p:cNvPr id="2133" name="Google Shape;2133;p57"/>
            <p:cNvSpPr/>
            <p:nvPr/>
          </p:nvSpPr>
          <p:spPr>
            <a:xfrm rot="-2700000">
              <a:off x="8298192" y="-3456"/>
              <a:ext cx="148492" cy="24997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34" name="Google Shape;2134;p57"/>
            <p:cNvGrpSpPr/>
            <p:nvPr/>
          </p:nvGrpSpPr>
          <p:grpSpPr>
            <a:xfrm>
              <a:off x="7318388" y="191425"/>
              <a:ext cx="569696" cy="567722"/>
              <a:chOff x="7508175" y="354625"/>
              <a:chExt cx="569696" cy="567722"/>
            </a:xfrm>
          </p:grpSpPr>
          <p:sp>
            <p:nvSpPr>
              <p:cNvPr id="2135" name="Google Shape;2135;p57"/>
              <p:cNvSpPr/>
              <p:nvPr/>
            </p:nvSpPr>
            <p:spPr>
              <a:xfrm>
                <a:off x="7912326" y="354625"/>
                <a:ext cx="28012" cy="28525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79" extrusionOk="0">
                    <a:moveTo>
                      <a:pt x="81" y="94"/>
                    </a:moveTo>
                    <a:cubicBezTo>
                      <a:pt x="175" y="0"/>
                      <a:pt x="591" y="242"/>
                      <a:pt x="765" y="416"/>
                    </a:cubicBezTo>
                    <a:lnTo>
                      <a:pt x="577" y="591"/>
                    </a:lnTo>
                    <a:lnTo>
                      <a:pt x="403" y="778"/>
                    </a:lnTo>
                    <a:cubicBezTo>
                      <a:pt x="229" y="591"/>
                      <a:pt x="1" y="175"/>
                      <a:pt x="81" y="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57"/>
              <p:cNvSpPr/>
              <p:nvPr/>
            </p:nvSpPr>
            <p:spPr>
              <a:xfrm>
                <a:off x="7510628" y="357078"/>
                <a:ext cx="439044" cy="439556"/>
              </a:xfrm>
              <a:custGeom>
                <a:avLst/>
                <a:gdLst/>
                <a:ahLst/>
                <a:cxnLst/>
                <a:rect l="l" t="t" r="r" b="b"/>
                <a:pathLst>
                  <a:path w="11990" h="12004" extrusionOk="0">
                    <a:moveTo>
                      <a:pt x="175" y="188"/>
                    </a:moveTo>
                    <a:cubicBezTo>
                      <a:pt x="0" y="363"/>
                      <a:pt x="523" y="1342"/>
                      <a:pt x="1435" y="2267"/>
                    </a:cubicBezTo>
                    <a:lnTo>
                      <a:pt x="7430" y="8262"/>
                    </a:lnTo>
                    <a:cubicBezTo>
                      <a:pt x="8744" y="9536"/>
                      <a:pt x="10139" y="10743"/>
                      <a:pt x="11587" y="11856"/>
                    </a:cubicBezTo>
                    <a:cubicBezTo>
                      <a:pt x="11587" y="11856"/>
                      <a:pt x="11762" y="12003"/>
                      <a:pt x="11882" y="11883"/>
                    </a:cubicBezTo>
                    <a:cubicBezTo>
                      <a:pt x="11990" y="11775"/>
                      <a:pt x="11856" y="11588"/>
                      <a:pt x="11856" y="11588"/>
                    </a:cubicBezTo>
                    <a:cubicBezTo>
                      <a:pt x="10729" y="10139"/>
                      <a:pt x="9522" y="8758"/>
                      <a:pt x="8248" y="7444"/>
                    </a:cubicBezTo>
                    <a:lnTo>
                      <a:pt x="2253" y="1449"/>
                    </a:lnTo>
                    <a:cubicBezTo>
                      <a:pt x="1355" y="537"/>
                      <a:pt x="362" y="1"/>
                      <a:pt x="175" y="18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57"/>
              <p:cNvSpPr/>
              <p:nvPr/>
            </p:nvSpPr>
            <p:spPr>
              <a:xfrm>
                <a:off x="7514070" y="360520"/>
                <a:ext cx="29001" cy="29001"/>
              </a:xfrm>
              <a:custGeom>
                <a:avLst/>
                <a:gdLst/>
                <a:ahLst/>
                <a:cxnLst/>
                <a:rect l="l" t="t" r="r" b="b"/>
                <a:pathLst>
                  <a:path w="792" h="792" extrusionOk="0">
                    <a:moveTo>
                      <a:pt x="268" y="792"/>
                    </a:moveTo>
                    <a:lnTo>
                      <a:pt x="791" y="269"/>
                    </a:lnTo>
                    <a:cubicBezTo>
                      <a:pt x="443" y="81"/>
                      <a:pt x="174" y="0"/>
                      <a:pt x="94" y="81"/>
                    </a:cubicBezTo>
                    <a:cubicBezTo>
                      <a:pt x="0" y="175"/>
                      <a:pt x="81" y="443"/>
                      <a:pt x="268" y="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57"/>
              <p:cNvSpPr/>
              <p:nvPr/>
            </p:nvSpPr>
            <p:spPr>
              <a:xfrm>
                <a:off x="7927046" y="369858"/>
                <a:ext cx="103188" cy="103151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17" extrusionOk="0">
                    <a:moveTo>
                      <a:pt x="2817" y="2454"/>
                    </a:moveTo>
                    <a:lnTo>
                      <a:pt x="2455" y="2817"/>
                    </a:lnTo>
                    <a:lnTo>
                      <a:pt x="1" y="362"/>
                    </a:lnTo>
                    <a:lnTo>
                      <a:pt x="3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57"/>
              <p:cNvSpPr/>
              <p:nvPr/>
            </p:nvSpPr>
            <p:spPr>
              <a:xfrm>
                <a:off x="7854872" y="372311"/>
                <a:ext cx="26548" cy="26072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12" extrusionOk="0">
                    <a:moveTo>
                      <a:pt x="41" y="228"/>
                    </a:moveTo>
                    <a:lnTo>
                      <a:pt x="135" y="134"/>
                    </a:lnTo>
                    <a:lnTo>
                      <a:pt x="242" y="27"/>
                    </a:lnTo>
                    <a:cubicBezTo>
                      <a:pt x="269" y="0"/>
                      <a:pt x="550" y="134"/>
                      <a:pt x="725" y="309"/>
                    </a:cubicBezTo>
                    <a:lnTo>
                      <a:pt x="523" y="510"/>
                    </a:lnTo>
                    <a:lnTo>
                      <a:pt x="322" y="711"/>
                    </a:lnTo>
                    <a:cubicBezTo>
                      <a:pt x="135" y="537"/>
                      <a:pt x="0" y="269"/>
                      <a:pt x="41" y="22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57"/>
              <p:cNvSpPr/>
              <p:nvPr/>
            </p:nvSpPr>
            <p:spPr>
              <a:xfrm>
                <a:off x="7539117" y="377694"/>
                <a:ext cx="10839" cy="6445"/>
              </a:xfrm>
              <a:custGeom>
                <a:avLst/>
                <a:gdLst/>
                <a:ahLst/>
                <a:cxnLst/>
                <a:rect l="l" t="t" r="r" b="b"/>
                <a:pathLst>
                  <a:path w="296" h="176" extrusionOk="0">
                    <a:moveTo>
                      <a:pt x="295" y="135"/>
                    </a:moveTo>
                    <a:lnTo>
                      <a:pt x="148" y="175"/>
                    </a:lnTo>
                    <a:lnTo>
                      <a:pt x="0" y="28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57"/>
              <p:cNvSpPr/>
              <p:nvPr/>
            </p:nvSpPr>
            <p:spPr>
              <a:xfrm>
                <a:off x="7550871" y="378207"/>
                <a:ext cx="3991" cy="640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75" extrusionOk="0">
                    <a:moveTo>
                      <a:pt x="14" y="148"/>
                    </a:moveTo>
                    <a:lnTo>
                      <a:pt x="41" y="175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57"/>
              <p:cNvSpPr/>
              <p:nvPr/>
            </p:nvSpPr>
            <p:spPr>
              <a:xfrm>
                <a:off x="7532709" y="379196"/>
                <a:ext cx="9850" cy="985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269" extrusionOk="0">
                    <a:moveTo>
                      <a:pt x="1" y="121"/>
                    </a:moveTo>
                    <a:lnTo>
                      <a:pt x="121" y="0"/>
                    </a:lnTo>
                    <a:lnTo>
                      <a:pt x="269" y="134"/>
                    </a:lnTo>
                    <a:lnTo>
                      <a:pt x="148" y="2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57"/>
              <p:cNvSpPr/>
              <p:nvPr/>
            </p:nvSpPr>
            <p:spPr>
              <a:xfrm>
                <a:off x="7850442" y="38260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35" y="1315"/>
                    </a:lnTo>
                    <a:lnTo>
                      <a:pt x="1275" y="1275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57"/>
              <p:cNvSpPr/>
              <p:nvPr/>
            </p:nvSpPr>
            <p:spPr>
              <a:xfrm>
                <a:off x="7553361" y="383590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0" y="54"/>
                    </a:moveTo>
                    <a:lnTo>
                      <a:pt x="67" y="1"/>
                    </a:lnTo>
                    <a:lnTo>
                      <a:pt x="134" y="68"/>
                    </a:lnTo>
                    <a:lnTo>
                      <a:pt x="80" y="13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57"/>
              <p:cNvSpPr/>
              <p:nvPr/>
            </p:nvSpPr>
            <p:spPr>
              <a:xfrm>
                <a:off x="7867652" y="385054"/>
                <a:ext cx="32443" cy="3248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7" extrusionOk="0">
                    <a:moveTo>
                      <a:pt x="174" y="162"/>
                    </a:moveTo>
                    <a:lnTo>
                      <a:pt x="335" y="1"/>
                    </a:lnTo>
                    <a:lnTo>
                      <a:pt x="671" y="336"/>
                    </a:lnTo>
                    <a:cubicBezTo>
                      <a:pt x="791" y="430"/>
                      <a:pt x="858" y="564"/>
                      <a:pt x="885" y="712"/>
                    </a:cubicBezTo>
                    <a:lnTo>
                      <a:pt x="791" y="806"/>
                    </a:lnTo>
                    <a:lnTo>
                      <a:pt x="711" y="886"/>
                    </a:lnTo>
                    <a:cubicBezTo>
                      <a:pt x="563" y="859"/>
                      <a:pt x="429" y="792"/>
                      <a:pt x="335" y="672"/>
                    </a:cubicBezTo>
                    <a:lnTo>
                      <a:pt x="0" y="33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57"/>
              <p:cNvSpPr/>
              <p:nvPr/>
            </p:nvSpPr>
            <p:spPr>
              <a:xfrm>
                <a:off x="7531244" y="386043"/>
                <a:ext cx="6408" cy="10363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83" extrusionOk="0">
                    <a:moveTo>
                      <a:pt x="135" y="282"/>
                    </a:moveTo>
                    <a:lnTo>
                      <a:pt x="175" y="135"/>
                    </a:lnTo>
                    <a:lnTo>
                      <a:pt x="27" y="1"/>
                    </a:lnTo>
                    <a:lnTo>
                      <a:pt x="1" y="25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57"/>
              <p:cNvSpPr/>
              <p:nvPr/>
            </p:nvSpPr>
            <p:spPr>
              <a:xfrm>
                <a:off x="7840152" y="38703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8" y="1"/>
                      <a:pt x="537" y="135"/>
                      <a:pt x="724" y="309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0"/>
                      <a:pt x="0" y="269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57"/>
              <p:cNvSpPr/>
              <p:nvPr/>
            </p:nvSpPr>
            <p:spPr>
              <a:xfrm>
                <a:off x="7725721" y="393403"/>
                <a:ext cx="26072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12" h="726" extrusionOk="0">
                    <a:moveTo>
                      <a:pt x="27" y="242"/>
                    </a:moveTo>
                    <a:lnTo>
                      <a:pt x="134" y="135"/>
                    </a:lnTo>
                    <a:lnTo>
                      <a:pt x="228" y="41"/>
                    </a:lnTo>
                    <a:cubicBezTo>
                      <a:pt x="269" y="1"/>
                      <a:pt x="537" y="135"/>
                      <a:pt x="711" y="323"/>
                    </a:cubicBezTo>
                    <a:lnTo>
                      <a:pt x="510" y="524"/>
                    </a:lnTo>
                    <a:lnTo>
                      <a:pt x="309" y="725"/>
                    </a:lnTo>
                    <a:cubicBezTo>
                      <a:pt x="134" y="551"/>
                      <a:pt x="0" y="283"/>
                      <a:pt x="27" y="2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57"/>
              <p:cNvSpPr/>
              <p:nvPr/>
            </p:nvSpPr>
            <p:spPr>
              <a:xfrm>
                <a:off x="7642709" y="395893"/>
                <a:ext cx="435162" cy="143907"/>
              </a:xfrm>
              <a:custGeom>
                <a:avLst/>
                <a:gdLst/>
                <a:ahLst/>
                <a:cxnLst/>
                <a:rect l="l" t="t" r="r" b="b"/>
                <a:pathLst>
                  <a:path w="11884" h="3930" extrusionOk="0">
                    <a:moveTo>
                      <a:pt x="10850" y="0"/>
                    </a:moveTo>
                    <a:cubicBezTo>
                      <a:pt x="10703" y="0"/>
                      <a:pt x="1" y="1730"/>
                      <a:pt x="1" y="1730"/>
                    </a:cubicBezTo>
                    <a:lnTo>
                      <a:pt x="2187" y="3929"/>
                    </a:lnTo>
                    <a:cubicBezTo>
                      <a:pt x="2187" y="3929"/>
                      <a:pt x="11883" y="885"/>
                      <a:pt x="11829" y="831"/>
                    </a:cubicBezTo>
                    <a:cubicBezTo>
                      <a:pt x="11776" y="778"/>
                      <a:pt x="10998" y="0"/>
                      <a:pt x="108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57"/>
              <p:cNvSpPr/>
              <p:nvPr/>
            </p:nvSpPr>
            <p:spPr>
              <a:xfrm>
                <a:off x="7997792" y="395893"/>
                <a:ext cx="78581" cy="4423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208" extrusionOk="0">
                    <a:moveTo>
                      <a:pt x="1153" y="0"/>
                    </a:moveTo>
                    <a:cubicBezTo>
                      <a:pt x="1127" y="0"/>
                      <a:pt x="684" y="67"/>
                      <a:pt x="0" y="174"/>
                    </a:cubicBezTo>
                    <a:lnTo>
                      <a:pt x="1046" y="1207"/>
                    </a:lnTo>
                    <a:cubicBezTo>
                      <a:pt x="1717" y="992"/>
                      <a:pt x="2146" y="845"/>
                      <a:pt x="2132" y="831"/>
                    </a:cubicBezTo>
                    <a:cubicBezTo>
                      <a:pt x="2065" y="778"/>
                      <a:pt x="1301" y="0"/>
                      <a:pt x="11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57"/>
              <p:cNvSpPr/>
              <p:nvPr/>
            </p:nvSpPr>
            <p:spPr>
              <a:xfrm>
                <a:off x="7531720" y="397358"/>
                <a:ext cx="6445" cy="3955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08" extrusionOk="0">
                    <a:moveTo>
                      <a:pt x="148" y="14"/>
                    </a:moveTo>
                    <a:lnTo>
                      <a:pt x="175" y="40"/>
                    </a:lnTo>
                    <a:lnTo>
                      <a:pt x="108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57"/>
              <p:cNvSpPr/>
              <p:nvPr/>
            </p:nvSpPr>
            <p:spPr>
              <a:xfrm>
                <a:off x="7946710" y="399299"/>
                <a:ext cx="76128" cy="59467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1624" extrusionOk="0">
                    <a:moveTo>
                      <a:pt x="631" y="1"/>
                    </a:moveTo>
                    <a:lnTo>
                      <a:pt x="0" y="95"/>
                    </a:lnTo>
                    <a:lnTo>
                      <a:pt x="1543" y="1624"/>
                    </a:lnTo>
                    <a:lnTo>
                      <a:pt x="2079" y="1449"/>
                    </a:lnTo>
                    <a:lnTo>
                      <a:pt x="63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57"/>
              <p:cNvSpPr/>
              <p:nvPr/>
            </p:nvSpPr>
            <p:spPr>
              <a:xfrm>
                <a:off x="7852895" y="399811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29"/>
                      <a:pt x="859" y="564"/>
                      <a:pt x="886" y="724"/>
                    </a:cubicBezTo>
                    <a:lnTo>
                      <a:pt x="805" y="805"/>
                    </a:lnTo>
                    <a:lnTo>
                      <a:pt x="712" y="885"/>
                    </a:lnTo>
                    <a:cubicBezTo>
                      <a:pt x="564" y="872"/>
                      <a:pt x="430" y="792"/>
                      <a:pt x="336" y="684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57"/>
              <p:cNvSpPr/>
              <p:nvPr/>
            </p:nvSpPr>
            <p:spPr>
              <a:xfrm>
                <a:off x="7536664" y="400287"/>
                <a:ext cx="4943" cy="4943"/>
              </a:xfrm>
              <a:custGeom>
                <a:avLst/>
                <a:gdLst/>
                <a:ahLst/>
                <a:cxnLst/>
                <a:rect l="l" t="t" r="r" b="b"/>
                <a:pathLst>
                  <a:path w="135" h="135" extrusionOk="0">
                    <a:moveTo>
                      <a:pt x="134" y="68"/>
                    </a:moveTo>
                    <a:lnTo>
                      <a:pt x="81" y="135"/>
                    </a:lnTo>
                    <a:lnTo>
                      <a:pt x="0" y="54"/>
                    </a:lnTo>
                    <a:lnTo>
                      <a:pt x="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57"/>
              <p:cNvSpPr/>
              <p:nvPr/>
            </p:nvSpPr>
            <p:spPr>
              <a:xfrm>
                <a:off x="7721291" y="404206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6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15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57"/>
              <p:cNvSpPr/>
              <p:nvPr/>
            </p:nvSpPr>
            <p:spPr>
              <a:xfrm>
                <a:off x="7559733" y="406183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57"/>
              <p:cNvSpPr/>
              <p:nvPr/>
            </p:nvSpPr>
            <p:spPr>
              <a:xfrm>
                <a:off x="7737988" y="406183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75" y="175"/>
                    </a:moveTo>
                    <a:lnTo>
                      <a:pt x="349" y="1"/>
                    </a:lnTo>
                    <a:lnTo>
                      <a:pt x="685" y="336"/>
                    </a:lnTo>
                    <a:cubicBezTo>
                      <a:pt x="792" y="443"/>
                      <a:pt x="872" y="577"/>
                      <a:pt x="886" y="725"/>
                    </a:cubicBezTo>
                    <a:lnTo>
                      <a:pt x="805" y="805"/>
                    </a:lnTo>
                    <a:lnTo>
                      <a:pt x="711" y="899"/>
                    </a:lnTo>
                    <a:cubicBezTo>
                      <a:pt x="564" y="872"/>
                      <a:pt x="430" y="805"/>
                      <a:pt x="336" y="685"/>
                    </a:cubicBezTo>
                    <a:lnTo>
                      <a:pt x="1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57"/>
              <p:cNvSpPr/>
              <p:nvPr/>
            </p:nvSpPr>
            <p:spPr>
              <a:xfrm>
                <a:off x="7710488" y="408636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41" y="229"/>
                    </a:moveTo>
                    <a:lnTo>
                      <a:pt x="135" y="135"/>
                    </a:lnTo>
                    <a:lnTo>
                      <a:pt x="242" y="28"/>
                    </a:lnTo>
                    <a:cubicBezTo>
                      <a:pt x="282" y="1"/>
                      <a:pt x="550" y="135"/>
                      <a:pt x="725" y="309"/>
                    </a:cubicBezTo>
                    <a:lnTo>
                      <a:pt x="524" y="510"/>
                    </a:lnTo>
                    <a:lnTo>
                      <a:pt x="322" y="725"/>
                    </a:lnTo>
                    <a:cubicBezTo>
                      <a:pt x="135" y="537"/>
                      <a:pt x="1" y="269"/>
                      <a:pt x="41" y="22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57"/>
              <p:cNvSpPr/>
              <p:nvPr/>
            </p:nvSpPr>
            <p:spPr>
              <a:xfrm>
                <a:off x="7857326" y="410101"/>
                <a:ext cx="43245" cy="22154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05" extrusionOk="0">
                    <a:moveTo>
                      <a:pt x="1181" y="1"/>
                    </a:moveTo>
                    <a:lnTo>
                      <a:pt x="0" y="189"/>
                    </a:lnTo>
                    <a:lnTo>
                      <a:pt x="215" y="403"/>
                    </a:lnTo>
                    <a:cubicBezTo>
                      <a:pt x="309" y="511"/>
                      <a:pt x="443" y="591"/>
                      <a:pt x="591" y="604"/>
                    </a:cubicBezTo>
                    <a:lnTo>
                      <a:pt x="684" y="524"/>
                    </a:lnTo>
                    <a:lnTo>
                      <a:pt x="765" y="443"/>
                    </a:lnTo>
                    <a:cubicBezTo>
                      <a:pt x="751" y="350"/>
                      <a:pt x="725" y="269"/>
                      <a:pt x="671" y="202"/>
                    </a:cubicBezTo>
                    <a:lnTo>
                      <a:pt x="671" y="202"/>
                    </a:lnTo>
                    <a:lnTo>
                      <a:pt x="1047" y="564"/>
                    </a:lnTo>
                    <a:lnTo>
                      <a:pt x="1087" y="524"/>
                    </a:lnTo>
                    <a:lnTo>
                      <a:pt x="1127" y="470"/>
                    </a:lnTo>
                    <a:lnTo>
                      <a:pt x="765" y="108"/>
                    </a:lnTo>
                    <a:lnTo>
                      <a:pt x="765" y="108"/>
                    </a:lnTo>
                    <a:cubicBezTo>
                      <a:pt x="832" y="162"/>
                      <a:pt x="912" y="189"/>
                      <a:pt x="1006" y="202"/>
                    </a:cubicBezTo>
                    <a:lnTo>
                      <a:pt x="1087" y="108"/>
                    </a:lnTo>
                    <a:lnTo>
                      <a:pt x="1181" y="28"/>
                    </a:lnTo>
                    <a:lnTo>
                      <a:pt x="118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57"/>
              <p:cNvSpPr/>
              <p:nvPr/>
            </p:nvSpPr>
            <p:spPr>
              <a:xfrm>
                <a:off x="7661384" y="411602"/>
                <a:ext cx="288802" cy="94803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2589" extrusionOk="0">
                    <a:moveTo>
                      <a:pt x="7543" y="263"/>
                    </a:moveTo>
                    <a:lnTo>
                      <a:pt x="7537" y="268"/>
                    </a:lnTo>
                    <a:lnTo>
                      <a:pt x="7669" y="750"/>
                    </a:lnTo>
                    <a:lnTo>
                      <a:pt x="7543" y="263"/>
                    </a:lnTo>
                    <a:close/>
                    <a:moveTo>
                      <a:pt x="7484" y="0"/>
                    </a:moveTo>
                    <a:lnTo>
                      <a:pt x="7537" y="228"/>
                    </a:lnTo>
                    <a:lnTo>
                      <a:pt x="0" y="1811"/>
                    </a:lnTo>
                    <a:lnTo>
                      <a:pt x="0" y="1824"/>
                    </a:lnTo>
                    <a:lnTo>
                      <a:pt x="7537" y="242"/>
                    </a:lnTo>
                    <a:lnTo>
                      <a:pt x="7543" y="263"/>
                    </a:lnTo>
                    <a:lnTo>
                      <a:pt x="7543" y="263"/>
                    </a:lnTo>
                    <a:lnTo>
                      <a:pt x="7564" y="242"/>
                    </a:lnTo>
                    <a:lnTo>
                      <a:pt x="7564" y="228"/>
                    </a:lnTo>
                    <a:lnTo>
                      <a:pt x="7497" y="0"/>
                    </a:lnTo>
                    <a:close/>
                    <a:moveTo>
                      <a:pt x="7669" y="750"/>
                    </a:moveTo>
                    <a:lnTo>
                      <a:pt x="7725" y="966"/>
                    </a:lnTo>
                    <a:lnTo>
                      <a:pt x="765" y="2575"/>
                    </a:lnTo>
                    <a:lnTo>
                      <a:pt x="765" y="2589"/>
                    </a:lnTo>
                    <a:lnTo>
                      <a:pt x="4855" y="1650"/>
                    </a:lnTo>
                    <a:lnTo>
                      <a:pt x="5110" y="2387"/>
                    </a:lnTo>
                    <a:lnTo>
                      <a:pt x="5123" y="2387"/>
                    </a:lnTo>
                    <a:lnTo>
                      <a:pt x="4869" y="1650"/>
                    </a:lnTo>
                    <a:lnTo>
                      <a:pt x="7725" y="1006"/>
                    </a:lnTo>
                    <a:lnTo>
                      <a:pt x="7873" y="1542"/>
                    </a:lnTo>
                    <a:lnTo>
                      <a:pt x="7886" y="1542"/>
                    </a:lnTo>
                    <a:lnTo>
                      <a:pt x="7669" y="7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57"/>
              <p:cNvSpPr/>
              <p:nvPr/>
            </p:nvSpPr>
            <p:spPr>
              <a:xfrm>
                <a:off x="7723268" y="421416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75" y="161"/>
                    </a:moveTo>
                    <a:lnTo>
                      <a:pt x="336" y="0"/>
                    </a:lnTo>
                    <a:lnTo>
                      <a:pt x="671" y="336"/>
                    </a:lnTo>
                    <a:cubicBezTo>
                      <a:pt x="792" y="430"/>
                      <a:pt x="859" y="564"/>
                      <a:pt x="885" y="711"/>
                    </a:cubicBezTo>
                    <a:lnTo>
                      <a:pt x="792" y="805"/>
                    </a:lnTo>
                    <a:lnTo>
                      <a:pt x="711" y="886"/>
                    </a:lnTo>
                    <a:cubicBezTo>
                      <a:pt x="564" y="859"/>
                      <a:pt x="429" y="792"/>
                      <a:pt x="336" y="684"/>
                    </a:cubicBezTo>
                    <a:lnTo>
                      <a:pt x="0" y="34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57"/>
              <p:cNvSpPr/>
              <p:nvPr/>
            </p:nvSpPr>
            <p:spPr>
              <a:xfrm>
                <a:off x="7727186" y="430753"/>
                <a:ext cx="43245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631" extrusionOk="0">
                    <a:moveTo>
                      <a:pt x="1181" y="0"/>
                    </a:moveTo>
                    <a:lnTo>
                      <a:pt x="1" y="201"/>
                    </a:lnTo>
                    <a:lnTo>
                      <a:pt x="229" y="416"/>
                    </a:lnTo>
                    <a:cubicBezTo>
                      <a:pt x="322" y="537"/>
                      <a:pt x="457" y="604"/>
                      <a:pt x="617" y="631"/>
                    </a:cubicBezTo>
                    <a:lnTo>
                      <a:pt x="698" y="537"/>
                    </a:lnTo>
                    <a:lnTo>
                      <a:pt x="778" y="456"/>
                    </a:lnTo>
                    <a:cubicBezTo>
                      <a:pt x="765" y="376"/>
                      <a:pt x="738" y="295"/>
                      <a:pt x="698" y="228"/>
                    </a:cubicBezTo>
                    <a:lnTo>
                      <a:pt x="698" y="228"/>
                    </a:lnTo>
                    <a:lnTo>
                      <a:pt x="1060" y="590"/>
                    </a:lnTo>
                    <a:lnTo>
                      <a:pt x="1100" y="537"/>
                    </a:lnTo>
                    <a:lnTo>
                      <a:pt x="1154" y="496"/>
                    </a:lnTo>
                    <a:lnTo>
                      <a:pt x="778" y="134"/>
                    </a:lnTo>
                    <a:lnTo>
                      <a:pt x="778" y="134"/>
                    </a:lnTo>
                    <a:cubicBezTo>
                      <a:pt x="859" y="175"/>
                      <a:pt x="939" y="215"/>
                      <a:pt x="1020" y="215"/>
                    </a:cubicBezTo>
                    <a:lnTo>
                      <a:pt x="1100" y="134"/>
                    </a:lnTo>
                    <a:lnTo>
                      <a:pt x="1181" y="54"/>
                    </a:lnTo>
                    <a:cubicBezTo>
                      <a:pt x="1181" y="40"/>
                      <a:pt x="1181" y="27"/>
                      <a:pt x="1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57"/>
              <p:cNvSpPr/>
              <p:nvPr/>
            </p:nvSpPr>
            <p:spPr>
              <a:xfrm>
                <a:off x="7606384" y="452834"/>
                <a:ext cx="30466" cy="30502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3" extrusionOk="0">
                    <a:moveTo>
                      <a:pt x="818" y="1"/>
                    </a:moveTo>
                    <a:lnTo>
                      <a:pt x="0" y="819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57"/>
              <p:cNvSpPr/>
              <p:nvPr/>
            </p:nvSpPr>
            <p:spPr>
              <a:xfrm>
                <a:off x="8017419" y="459718"/>
                <a:ext cx="23106" cy="23106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1" extrusionOk="0">
                    <a:moveTo>
                      <a:pt x="537" y="550"/>
                    </a:moveTo>
                    <a:cubicBezTo>
                      <a:pt x="631" y="456"/>
                      <a:pt x="483" y="135"/>
                      <a:pt x="349" y="0"/>
                    </a:cubicBezTo>
                    <a:lnTo>
                      <a:pt x="175" y="188"/>
                    </a:lnTo>
                    <a:lnTo>
                      <a:pt x="0" y="363"/>
                    </a:lnTo>
                    <a:cubicBezTo>
                      <a:pt x="121" y="497"/>
                      <a:pt x="456" y="631"/>
                      <a:pt x="537" y="5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57"/>
              <p:cNvSpPr/>
              <p:nvPr/>
            </p:nvSpPr>
            <p:spPr>
              <a:xfrm>
                <a:off x="7549407" y="489195"/>
                <a:ext cx="143943" cy="433148"/>
              </a:xfrm>
              <a:custGeom>
                <a:avLst/>
                <a:gdLst/>
                <a:ahLst/>
                <a:cxnLst/>
                <a:rect l="l" t="t" r="r" b="b"/>
                <a:pathLst>
                  <a:path w="3931" h="11829" extrusionOk="0">
                    <a:moveTo>
                      <a:pt x="1731" y="0"/>
                    </a:moveTo>
                    <a:cubicBezTo>
                      <a:pt x="1731" y="0"/>
                      <a:pt x="1" y="10702"/>
                      <a:pt x="1" y="10850"/>
                    </a:cubicBezTo>
                    <a:cubicBezTo>
                      <a:pt x="1" y="10997"/>
                      <a:pt x="779" y="11775"/>
                      <a:pt x="832" y="11829"/>
                    </a:cubicBezTo>
                    <a:cubicBezTo>
                      <a:pt x="832" y="11829"/>
                      <a:pt x="833" y="11829"/>
                      <a:pt x="833" y="11829"/>
                    </a:cubicBezTo>
                    <a:cubicBezTo>
                      <a:pt x="903" y="11829"/>
                      <a:pt x="3930" y="2186"/>
                      <a:pt x="3930" y="2186"/>
                    </a:cubicBezTo>
                    <a:lnTo>
                      <a:pt x="1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57"/>
              <p:cNvSpPr/>
              <p:nvPr/>
            </p:nvSpPr>
            <p:spPr>
              <a:xfrm>
                <a:off x="7566617" y="508347"/>
                <a:ext cx="92825" cy="289278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7900" extrusionOk="0">
                    <a:moveTo>
                      <a:pt x="2535" y="751"/>
                    </a:moveTo>
                    <a:lnTo>
                      <a:pt x="1896" y="3546"/>
                    </a:lnTo>
                    <a:lnTo>
                      <a:pt x="2535" y="765"/>
                    </a:lnTo>
                    <a:lnTo>
                      <a:pt x="2535" y="751"/>
                    </a:lnTo>
                    <a:close/>
                    <a:moveTo>
                      <a:pt x="1896" y="3546"/>
                    </a:moveTo>
                    <a:lnTo>
                      <a:pt x="1596" y="4855"/>
                    </a:lnTo>
                    <a:lnTo>
                      <a:pt x="1597" y="4855"/>
                    </a:lnTo>
                    <a:lnTo>
                      <a:pt x="1597" y="4855"/>
                    </a:lnTo>
                    <a:lnTo>
                      <a:pt x="1896" y="3546"/>
                    </a:lnTo>
                    <a:close/>
                    <a:moveTo>
                      <a:pt x="1784" y="0"/>
                    </a:moveTo>
                    <a:lnTo>
                      <a:pt x="215" y="7537"/>
                    </a:lnTo>
                    <a:lnTo>
                      <a:pt x="1797" y="14"/>
                    </a:lnTo>
                    <a:lnTo>
                      <a:pt x="1797" y="0"/>
                    </a:lnTo>
                    <a:close/>
                    <a:moveTo>
                      <a:pt x="1597" y="4855"/>
                    </a:moveTo>
                    <a:lnTo>
                      <a:pt x="939" y="7738"/>
                    </a:lnTo>
                    <a:lnTo>
                      <a:pt x="215" y="7537"/>
                    </a:lnTo>
                    <a:lnTo>
                      <a:pt x="0" y="7484"/>
                    </a:lnTo>
                    <a:lnTo>
                      <a:pt x="215" y="7551"/>
                    </a:lnTo>
                    <a:lnTo>
                      <a:pt x="215" y="7564"/>
                    </a:lnTo>
                    <a:lnTo>
                      <a:pt x="228" y="7564"/>
                    </a:lnTo>
                    <a:lnTo>
                      <a:pt x="228" y="7551"/>
                    </a:lnTo>
                    <a:lnTo>
                      <a:pt x="1516" y="7899"/>
                    </a:lnTo>
                    <a:lnTo>
                      <a:pt x="1516" y="7899"/>
                    </a:lnTo>
                    <a:lnTo>
                      <a:pt x="1502" y="7872"/>
                    </a:lnTo>
                    <a:lnTo>
                      <a:pt x="952" y="7725"/>
                    </a:lnTo>
                    <a:lnTo>
                      <a:pt x="1609" y="4882"/>
                    </a:lnTo>
                    <a:lnTo>
                      <a:pt x="2334" y="5137"/>
                    </a:lnTo>
                    <a:lnTo>
                      <a:pt x="2334" y="5110"/>
                    </a:lnTo>
                    <a:lnTo>
                      <a:pt x="1597" y="485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57"/>
              <p:cNvSpPr/>
              <p:nvPr/>
            </p:nvSpPr>
            <p:spPr>
              <a:xfrm>
                <a:off x="7701664" y="548114"/>
                <a:ext cx="29990" cy="29990"/>
              </a:xfrm>
              <a:custGeom>
                <a:avLst/>
                <a:gdLst/>
                <a:ahLst/>
                <a:cxnLst/>
                <a:rect l="l" t="t" r="r" b="b"/>
                <a:pathLst>
                  <a:path w="819" h="819" extrusionOk="0">
                    <a:moveTo>
                      <a:pt x="805" y="0"/>
                    </a:moveTo>
                    <a:lnTo>
                      <a:pt x="0" y="805"/>
                    </a:lnTo>
                    <a:lnTo>
                      <a:pt x="0" y="819"/>
                    </a:lnTo>
                    <a:lnTo>
                      <a:pt x="818" y="14"/>
                    </a:lnTo>
                    <a:lnTo>
                      <a:pt x="8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57"/>
              <p:cNvSpPr/>
              <p:nvPr/>
            </p:nvSpPr>
            <p:spPr>
              <a:xfrm>
                <a:off x="7561710" y="556938"/>
                <a:ext cx="26548" cy="26584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241" y="41"/>
                    </a:moveTo>
                    <a:lnTo>
                      <a:pt x="148" y="148"/>
                    </a:lnTo>
                    <a:lnTo>
                      <a:pt x="40" y="242"/>
                    </a:lnTo>
                    <a:cubicBezTo>
                      <a:pt x="0" y="282"/>
                      <a:pt x="148" y="551"/>
                      <a:pt x="322" y="725"/>
                    </a:cubicBezTo>
                    <a:lnTo>
                      <a:pt x="523" y="524"/>
                    </a:lnTo>
                    <a:lnTo>
                      <a:pt x="724" y="323"/>
                    </a:lnTo>
                    <a:cubicBezTo>
                      <a:pt x="550" y="148"/>
                      <a:pt x="282" y="1"/>
                      <a:pt x="241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57"/>
              <p:cNvSpPr/>
              <p:nvPr/>
            </p:nvSpPr>
            <p:spPr>
              <a:xfrm>
                <a:off x="7557756" y="567741"/>
                <a:ext cx="48152" cy="48189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16" extrusionOk="0">
                    <a:moveTo>
                      <a:pt x="1" y="1"/>
                    </a:moveTo>
                    <a:lnTo>
                      <a:pt x="121" y="215"/>
                    </a:lnTo>
                    <a:lnTo>
                      <a:pt x="1221" y="1315"/>
                    </a:lnTo>
                    <a:lnTo>
                      <a:pt x="1261" y="1262"/>
                    </a:lnTo>
                    <a:lnTo>
                      <a:pt x="1315" y="1221"/>
                    </a:lnTo>
                    <a:lnTo>
                      <a:pt x="202" y="12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57"/>
              <p:cNvSpPr/>
              <p:nvPr/>
            </p:nvSpPr>
            <p:spPr>
              <a:xfrm>
                <a:off x="7574966" y="56971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1" y="175"/>
                    </a:moveTo>
                    <a:lnTo>
                      <a:pt x="0" y="349"/>
                    </a:lnTo>
                    <a:lnTo>
                      <a:pt x="335" y="684"/>
                    </a:lnTo>
                    <a:cubicBezTo>
                      <a:pt x="429" y="792"/>
                      <a:pt x="563" y="859"/>
                      <a:pt x="711" y="886"/>
                    </a:cubicBezTo>
                    <a:lnTo>
                      <a:pt x="791" y="805"/>
                    </a:lnTo>
                    <a:lnTo>
                      <a:pt x="885" y="711"/>
                    </a:lnTo>
                    <a:cubicBezTo>
                      <a:pt x="858" y="564"/>
                      <a:pt x="791" y="430"/>
                      <a:pt x="671" y="336"/>
                    </a:cubicBez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57"/>
              <p:cNvSpPr/>
              <p:nvPr/>
            </p:nvSpPr>
            <p:spPr>
              <a:xfrm>
                <a:off x="7546953" y="572171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5" y="135"/>
                    </a:lnTo>
                    <a:lnTo>
                      <a:pt x="41" y="242"/>
                    </a:lnTo>
                    <a:cubicBezTo>
                      <a:pt x="1" y="269"/>
                      <a:pt x="135" y="550"/>
                      <a:pt x="323" y="725"/>
                    </a:cubicBezTo>
                    <a:lnTo>
                      <a:pt x="524" y="524"/>
                    </a:lnTo>
                    <a:lnTo>
                      <a:pt x="725" y="309"/>
                    </a:lnTo>
                    <a:cubicBezTo>
                      <a:pt x="551" y="135"/>
                      <a:pt x="269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57"/>
              <p:cNvSpPr/>
              <p:nvPr/>
            </p:nvSpPr>
            <p:spPr>
              <a:xfrm>
                <a:off x="7584267" y="574149"/>
                <a:ext cx="23142" cy="42733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67" extrusionOk="0">
                    <a:moveTo>
                      <a:pt x="189" y="0"/>
                    </a:moveTo>
                    <a:cubicBezTo>
                      <a:pt x="135" y="376"/>
                      <a:pt x="68" y="765"/>
                      <a:pt x="1" y="1167"/>
                    </a:cubicBezTo>
                    <a:lnTo>
                      <a:pt x="41" y="1167"/>
                    </a:lnTo>
                    <a:lnTo>
                      <a:pt x="135" y="1087"/>
                    </a:lnTo>
                    <a:lnTo>
                      <a:pt x="215" y="1006"/>
                    </a:lnTo>
                    <a:cubicBezTo>
                      <a:pt x="202" y="926"/>
                      <a:pt x="175" y="845"/>
                      <a:pt x="135" y="778"/>
                    </a:cubicBezTo>
                    <a:lnTo>
                      <a:pt x="135" y="778"/>
                    </a:lnTo>
                    <a:lnTo>
                      <a:pt x="497" y="1140"/>
                    </a:lnTo>
                    <a:lnTo>
                      <a:pt x="537" y="1087"/>
                    </a:lnTo>
                    <a:lnTo>
                      <a:pt x="591" y="1046"/>
                    </a:lnTo>
                    <a:lnTo>
                      <a:pt x="215" y="684"/>
                    </a:lnTo>
                    <a:lnTo>
                      <a:pt x="215" y="684"/>
                    </a:lnTo>
                    <a:cubicBezTo>
                      <a:pt x="296" y="724"/>
                      <a:pt x="376" y="765"/>
                      <a:pt x="457" y="765"/>
                    </a:cubicBezTo>
                    <a:lnTo>
                      <a:pt x="537" y="684"/>
                    </a:lnTo>
                    <a:lnTo>
                      <a:pt x="631" y="604"/>
                    </a:lnTo>
                    <a:cubicBezTo>
                      <a:pt x="604" y="456"/>
                      <a:pt x="524" y="309"/>
                      <a:pt x="417" y="215"/>
                    </a:cubicBez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57"/>
              <p:cNvSpPr/>
              <p:nvPr/>
            </p:nvSpPr>
            <p:spPr>
              <a:xfrm>
                <a:off x="7560209" y="584438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75"/>
                    </a:moveTo>
                    <a:lnTo>
                      <a:pt x="1" y="350"/>
                    </a:lnTo>
                    <a:lnTo>
                      <a:pt x="336" y="685"/>
                    </a:lnTo>
                    <a:cubicBezTo>
                      <a:pt x="430" y="792"/>
                      <a:pt x="564" y="873"/>
                      <a:pt x="712" y="886"/>
                    </a:cubicBezTo>
                    <a:lnTo>
                      <a:pt x="792" y="806"/>
                    </a:lnTo>
                    <a:lnTo>
                      <a:pt x="886" y="725"/>
                    </a:lnTo>
                    <a:cubicBezTo>
                      <a:pt x="859" y="578"/>
                      <a:pt x="792" y="430"/>
                      <a:pt x="671" y="336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57"/>
              <p:cNvSpPr/>
              <p:nvPr/>
            </p:nvSpPr>
            <p:spPr>
              <a:xfrm>
                <a:off x="7770908" y="617358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4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57"/>
              <p:cNvSpPr/>
              <p:nvPr/>
            </p:nvSpPr>
            <p:spPr>
              <a:xfrm>
                <a:off x="7812652" y="659102"/>
                <a:ext cx="30466" cy="30466"/>
              </a:xfrm>
              <a:custGeom>
                <a:avLst/>
                <a:gdLst/>
                <a:ahLst/>
                <a:cxnLst/>
                <a:rect l="l" t="t" r="r" b="b"/>
                <a:pathLst>
                  <a:path w="832" h="832" extrusionOk="0">
                    <a:moveTo>
                      <a:pt x="818" y="0"/>
                    </a:moveTo>
                    <a:lnTo>
                      <a:pt x="0" y="818"/>
                    </a:lnTo>
                    <a:lnTo>
                      <a:pt x="13" y="832"/>
                    </a:lnTo>
                    <a:lnTo>
                      <a:pt x="832" y="14"/>
                    </a:lnTo>
                    <a:lnTo>
                      <a:pt x="8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57"/>
              <p:cNvSpPr/>
              <p:nvPr/>
            </p:nvSpPr>
            <p:spPr>
              <a:xfrm>
                <a:off x="7860768" y="678729"/>
                <a:ext cx="125268" cy="70269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1919" extrusionOk="0">
                    <a:moveTo>
                      <a:pt x="0" y="175"/>
                    </a:moveTo>
                    <a:lnTo>
                      <a:pt x="2911" y="1"/>
                    </a:lnTo>
                    <a:lnTo>
                      <a:pt x="3420" y="524"/>
                    </a:lnTo>
                    <a:lnTo>
                      <a:pt x="1543" y="191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57"/>
              <p:cNvSpPr/>
              <p:nvPr/>
            </p:nvSpPr>
            <p:spPr>
              <a:xfrm>
                <a:off x="7894163" y="682684"/>
                <a:ext cx="83012" cy="52070"/>
              </a:xfrm>
              <a:custGeom>
                <a:avLst/>
                <a:gdLst/>
                <a:ahLst/>
                <a:cxnLst/>
                <a:rect l="l" t="t" r="r" b="b"/>
                <a:pathLst>
                  <a:path w="2267" h="1422" extrusionOk="0">
                    <a:moveTo>
                      <a:pt x="282" y="0"/>
                    </a:moveTo>
                    <a:lnTo>
                      <a:pt x="483" y="523"/>
                    </a:lnTo>
                    <a:lnTo>
                      <a:pt x="0" y="993"/>
                    </a:lnTo>
                    <a:lnTo>
                      <a:pt x="14" y="1006"/>
                    </a:lnTo>
                    <a:lnTo>
                      <a:pt x="483" y="537"/>
                    </a:lnTo>
                    <a:lnTo>
                      <a:pt x="725" y="1167"/>
                    </a:lnTo>
                    <a:lnTo>
                      <a:pt x="349" y="1408"/>
                    </a:lnTo>
                    <a:lnTo>
                      <a:pt x="349" y="1422"/>
                    </a:lnTo>
                    <a:lnTo>
                      <a:pt x="2267" y="174"/>
                    </a:lnTo>
                    <a:lnTo>
                      <a:pt x="2253" y="161"/>
                    </a:lnTo>
                    <a:lnTo>
                      <a:pt x="738" y="1153"/>
                    </a:lnTo>
                    <a:lnTo>
                      <a:pt x="497" y="523"/>
                    </a:lnTo>
                    <a:lnTo>
                      <a:pt x="2106" y="13"/>
                    </a:lnTo>
                    <a:lnTo>
                      <a:pt x="2092" y="0"/>
                    </a:lnTo>
                    <a:lnTo>
                      <a:pt x="497" y="510"/>
                    </a:lnTo>
                    <a:lnTo>
                      <a:pt x="3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57"/>
              <p:cNvSpPr/>
              <p:nvPr/>
            </p:nvSpPr>
            <p:spPr>
              <a:xfrm>
                <a:off x="7540582" y="68660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34" y="134"/>
                    </a:lnTo>
                    <a:lnTo>
                      <a:pt x="27" y="242"/>
                    </a:lnTo>
                    <a:cubicBezTo>
                      <a:pt x="0" y="269"/>
                      <a:pt x="134" y="550"/>
                      <a:pt x="309" y="725"/>
                    </a:cubicBezTo>
                    <a:lnTo>
                      <a:pt x="510" y="523"/>
                    </a:lnTo>
                    <a:lnTo>
                      <a:pt x="725" y="309"/>
                    </a:lnTo>
                    <a:cubicBezTo>
                      <a:pt x="537" y="134"/>
                      <a:pt x="269" y="0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57"/>
              <p:cNvSpPr/>
              <p:nvPr/>
            </p:nvSpPr>
            <p:spPr>
              <a:xfrm>
                <a:off x="7843082" y="690960"/>
                <a:ext cx="81547" cy="79204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163" extrusionOk="0">
                    <a:moveTo>
                      <a:pt x="45" y="1"/>
                    </a:moveTo>
                    <a:cubicBezTo>
                      <a:pt x="43" y="1"/>
                      <a:pt x="42" y="1"/>
                      <a:pt x="41" y="2"/>
                    </a:cubicBezTo>
                    <a:cubicBezTo>
                      <a:pt x="1" y="42"/>
                      <a:pt x="845" y="1062"/>
                      <a:pt x="1208" y="1424"/>
                    </a:cubicBezTo>
                    <a:cubicBezTo>
                      <a:pt x="1558" y="1787"/>
                      <a:pt x="2109" y="2163"/>
                      <a:pt x="2181" y="2163"/>
                    </a:cubicBezTo>
                    <a:cubicBezTo>
                      <a:pt x="2183" y="2163"/>
                      <a:pt x="2185" y="2162"/>
                      <a:pt x="2187" y="2161"/>
                    </a:cubicBezTo>
                    <a:cubicBezTo>
                      <a:pt x="2227" y="2121"/>
                      <a:pt x="1824" y="1544"/>
                      <a:pt x="1462" y="1182"/>
                    </a:cubicBezTo>
                    <a:cubicBezTo>
                      <a:pt x="1109" y="815"/>
                      <a:pt x="128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57"/>
              <p:cNvSpPr/>
              <p:nvPr/>
            </p:nvSpPr>
            <p:spPr>
              <a:xfrm>
                <a:off x="7536151" y="697404"/>
                <a:ext cx="48152" cy="47676"/>
              </a:xfrm>
              <a:custGeom>
                <a:avLst/>
                <a:gdLst/>
                <a:ahLst/>
                <a:cxnLst/>
                <a:rect l="l" t="t" r="r" b="b"/>
                <a:pathLst>
                  <a:path w="1315" h="1302" extrusionOk="0">
                    <a:moveTo>
                      <a:pt x="1" y="0"/>
                    </a:moveTo>
                    <a:lnTo>
                      <a:pt x="121" y="202"/>
                    </a:lnTo>
                    <a:lnTo>
                      <a:pt x="1221" y="1301"/>
                    </a:lnTo>
                    <a:lnTo>
                      <a:pt x="1261" y="1261"/>
                    </a:lnTo>
                    <a:lnTo>
                      <a:pt x="1315" y="1221"/>
                    </a:lnTo>
                    <a:lnTo>
                      <a:pt x="215" y="12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57"/>
              <p:cNvSpPr/>
              <p:nvPr/>
            </p:nvSpPr>
            <p:spPr>
              <a:xfrm>
                <a:off x="7553361" y="698869"/>
                <a:ext cx="32443" cy="32956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00" extrusionOk="0">
                    <a:moveTo>
                      <a:pt x="161" y="188"/>
                    </a:moveTo>
                    <a:lnTo>
                      <a:pt x="0" y="349"/>
                    </a:lnTo>
                    <a:lnTo>
                      <a:pt x="335" y="685"/>
                    </a:lnTo>
                    <a:cubicBezTo>
                      <a:pt x="429" y="805"/>
                      <a:pt x="563" y="872"/>
                      <a:pt x="711" y="899"/>
                    </a:cubicBezTo>
                    <a:lnTo>
                      <a:pt x="805" y="805"/>
                    </a:lnTo>
                    <a:lnTo>
                      <a:pt x="885" y="725"/>
                    </a:lnTo>
                    <a:cubicBezTo>
                      <a:pt x="858" y="577"/>
                      <a:pt x="791" y="443"/>
                      <a:pt x="684" y="336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57"/>
              <p:cNvSpPr/>
              <p:nvPr/>
            </p:nvSpPr>
            <p:spPr>
              <a:xfrm>
                <a:off x="7525349" y="701322"/>
                <a:ext cx="26548" cy="26548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5" extrusionOk="0">
                    <a:moveTo>
                      <a:pt x="242" y="41"/>
                    </a:moveTo>
                    <a:lnTo>
                      <a:pt x="148" y="148"/>
                    </a:lnTo>
                    <a:lnTo>
                      <a:pt x="41" y="242"/>
                    </a:lnTo>
                    <a:cubicBezTo>
                      <a:pt x="1" y="282"/>
                      <a:pt x="148" y="551"/>
                      <a:pt x="322" y="725"/>
                    </a:cubicBezTo>
                    <a:lnTo>
                      <a:pt x="524" y="524"/>
                    </a:lnTo>
                    <a:lnTo>
                      <a:pt x="725" y="323"/>
                    </a:lnTo>
                    <a:cubicBezTo>
                      <a:pt x="550" y="148"/>
                      <a:pt x="282" y="1"/>
                      <a:pt x="242" y="4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57"/>
              <p:cNvSpPr/>
              <p:nvPr/>
            </p:nvSpPr>
            <p:spPr>
              <a:xfrm>
                <a:off x="7563651" y="703776"/>
                <a:ext cx="22154" cy="42769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168" extrusionOk="0">
                    <a:moveTo>
                      <a:pt x="188" y="1"/>
                    </a:moveTo>
                    <a:lnTo>
                      <a:pt x="1" y="1168"/>
                    </a:lnTo>
                    <a:lnTo>
                      <a:pt x="27" y="1168"/>
                    </a:lnTo>
                    <a:lnTo>
                      <a:pt x="108" y="1087"/>
                    </a:lnTo>
                    <a:lnTo>
                      <a:pt x="188" y="1007"/>
                    </a:lnTo>
                    <a:cubicBezTo>
                      <a:pt x="188" y="913"/>
                      <a:pt x="148" y="832"/>
                      <a:pt x="108" y="765"/>
                    </a:cubicBezTo>
                    <a:lnTo>
                      <a:pt x="108" y="765"/>
                    </a:lnTo>
                    <a:lnTo>
                      <a:pt x="470" y="1127"/>
                    </a:lnTo>
                    <a:lnTo>
                      <a:pt x="524" y="1087"/>
                    </a:lnTo>
                    <a:lnTo>
                      <a:pt x="564" y="1047"/>
                    </a:lnTo>
                    <a:lnTo>
                      <a:pt x="202" y="685"/>
                    </a:lnTo>
                    <a:lnTo>
                      <a:pt x="202" y="685"/>
                    </a:lnTo>
                    <a:cubicBezTo>
                      <a:pt x="269" y="725"/>
                      <a:pt x="349" y="752"/>
                      <a:pt x="430" y="765"/>
                    </a:cubicBezTo>
                    <a:lnTo>
                      <a:pt x="524" y="685"/>
                    </a:lnTo>
                    <a:lnTo>
                      <a:pt x="604" y="591"/>
                    </a:lnTo>
                    <a:cubicBezTo>
                      <a:pt x="577" y="443"/>
                      <a:pt x="510" y="309"/>
                      <a:pt x="390" y="215"/>
                    </a:cubicBezTo>
                    <a:lnTo>
                      <a:pt x="1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57"/>
              <p:cNvSpPr/>
              <p:nvPr/>
            </p:nvSpPr>
            <p:spPr>
              <a:xfrm>
                <a:off x="7832279" y="707218"/>
                <a:ext cx="70269" cy="125268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3421" extrusionOk="0">
                    <a:moveTo>
                      <a:pt x="175" y="1"/>
                    </a:moveTo>
                    <a:lnTo>
                      <a:pt x="1" y="2911"/>
                    </a:lnTo>
                    <a:lnTo>
                      <a:pt x="524" y="3420"/>
                    </a:lnTo>
                    <a:lnTo>
                      <a:pt x="1918" y="15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57"/>
              <p:cNvSpPr/>
              <p:nvPr/>
            </p:nvSpPr>
            <p:spPr>
              <a:xfrm>
                <a:off x="7538604" y="714102"/>
                <a:ext cx="32443" cy="32443"/>
              </a:xfrm>
              <a:custGeom>
                <a:avLst/>
                <a:gdLst/>
                <a:ahLst/>
                <a:cxnLst/>
                <a:rect l="l" t="t" r="r" b="b"/>
                <a:pathLst>
                  <a:path w="886" h="886" extrusionOk="0">
                    <a:moveTo>
                      <a:pt x="162" y="188"/>
                    </a:moveTo>
                    <a:lnTo>
                      <a:pt x="1" y="349"/>
                    </a:lnTo>
                    <a:lnTo>
                      <a:pt x="336" y="684"/>
                    </a:lnTo>
                    <a:cubicBezTo>
                      <a:pt x="430" y="792"/>
                      <a:pt x="564" y="872"/>
                      <a:pt x="711" y="886"/>
                    </a:cubicBezTo>
                    <a:lnTo>
                      <a:pt x="792" y="805"/>
                    </a:lnTo>
                    <a:lnTo>
                      <a:pt x="886" y="725"/>
                    </a:lnTo>
                    <a:cubicBezTo>
                      <a:pt x="859" y="577"/>
                      <a:pt x="792" y="443"/>
                      <a:pt x="671" y="336"/>
                    </a:cubicBez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57"/>
              <p:cNvSpPr/>
              <p:nvPr/>
            </p:nvSpPr>
            <p:spPr>
              <a:xfrm>
                <a:off x="7835721" y="740613"/>
                <a:ext cx="52583" cy="83048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2268" extrusionOk="0">
                    <a:moveTo>
                      <a:pt x="1006" y="1"/>
                    </a:moveTo>
                    <a:lnTo>
                      <a:pt x="523" y="483"/>
                    </a:lnTo>
                    <a:lnTo>
                      <a:pt x="14" y="282"/>
                    </a:lnTo>
                    <a:lnTo>
                      <a:pt x="14" y="296"/>
                    </a:lnTo>
                    <a:lnTo>
                      <a:pt x="14" y="309"/>
                    </a:lnTo>
                    <a:lnTo>
                      <a:pt x="523" y="497"/>
                    </a:lnTo>
                    <a:lnTo>
                      <a:pt x="0" y="2093"/>
                    </a:lnTo>
                    <a:lnTo>
                      <a:pt x="14" y="2106"/>
                    </a:lnTo>
                    <a:lnTo>
                      <a:pt x="27" y="2106"/>
                    </a:lnTo>
                    <a:lnTo>
                      <a:pt x="537" y="510"/>
                    </a:lnTo>
                    <a:lnTo>
                      <a:pt x="1167" y="738"/>
                    </a:lnTo>
                    <a:lnTo>
                      <a:pt x="175" y="2267"/>
                    </a:lnTo>
                    <a:lnTo>
                      <a:pt x="188" y="2267"/>
                    </a:lnTo>
                    <a:lnTo>
                      <a:pt x="1435" y="363"/>
                    </a:lnTo>
                    <a:lnTo>
                      <a:pt x="1422" y="349"/>
                    </a:lnTo>
                    <a:lnTo>
                      <a:pt x="1167" y="725"/>
                    </a:lnTo>
                    <a:lnTo>
                      <a:pt x="550" y="483"/>
                    </a:lnTo>
                    <a:lnTo>
                      <a:pt x="1020" y="14"/>
                    </a:lnTo>
                    <a:lnTo>
                      <a:pt x="10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57"/>
              <p:cNvSpPr/>
              <p:nvPr/>
            </p:nvSpPr>
            <p:spPr>
              <a:xfrm>
                <a:off x="7895152" y="741602"/>
                <a:ext cx="26548" cy="2706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39" extrusionOk="0">
                    <a:moveTo>
                      <a:pt x="0" y="0"/>
                    </a:moveTo>
                    <a:cubicBezTo>
                      <a:pt x="121" y="175"/>
                      <a:pt x="255" y="349"/>
                      <a:pt x="402" y="497"/>
                    </a:cubicBezTo>
                    <a:cubicBezTo>
                      <a:pt x="510" y="590"/>
                      <a:pt x="617" y="671"/>
                      <a:pt x="724" y="738"/>
                    </a:cubicBezTo>
                    <a:cubicBezTo>
                      <a:pt x="657" y="617"/>
                      <a:pt x="577" y="510"/>
                      <a:pt x="496" y="416"/>
                    </a:cubicBezTo>
                    <a:cubicBezTo>
                      <a:pt x="349" y="255"/>
                      <a:pt x="174" y="121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57"/>
              <p:cNvSpPr/>
              <p:nvPr/>
            </p:nvSpPr>
            <p:spPr>
              <a:xfrm>
                <a:off x="7508175" y="758776"/>
                <a:ext cx="28012" cy="28049"/>
              </a:xfrm>
              <a:custGeom>
                <a:avLst/>
                <a:gdLst/>
                <a:ahLst/>
                <a:cxnLst/>
                <a:rect l="l" t="t" r="r" b="b"/>
                <a:pathLst>
                  <a:path w="765" h="766" extrusionOk="0">
                    <a:moveTo>
                      <a:pt x="94" y="81"/>
                    </a:moveTo>
                    <a:cubicBezTo>
                      <a:pt x="0" y="175"/>
                      <a:pt x="228" y="591"/>
                      <a:pt x="416" y="765"/>
                    </a:cubicBezTo>
                    <a:lnTo>
                      <a:pt x="590" y="591"/>
                    </a:lnTo>
                    <a:lnTo>
                      <a:pt x="765" y="403"/>
                    </a:lnTo>
                    <a:cubicBezTo>
                      <a:pt x="590" y="229"/>
                      <a:pt x="175" y="1"/>
                      <a:pt x="94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57"/>
              <p:cNvSpPr/>
              <p:nvPr/>
            </p:nvSpPr>
            <p:spPr>
              <a:xfrm>
                <a:off x="7523371" y="773533"/>
                <a:ext cx="103188" cy="103628"/>
              </a:xfrm>
              <a:custGeom>
                <a:avLst/>
                <a:gdLst/>
                <a:ahLst/>
                <a:cxnLst/>
                <a:rect l="l" t="t" r="r" b="b"/>
                <a:pathLst>
                  <a:path w="2818" h="2830" extrusionOk="0">
                    <a:moveTo>
                      <a:pt x="1" y="362"/>
                    </a:moveTo>
                    <a:lnTo>
                      <a:pt x="350" y="0"/>
                    </a:lnTo>
                    <a:lnTo>
                      <a:pt x="2817" y="2468"/>
                    </a:lnTo>
                    <a:lnTo>
                      <a:pt x="2455" y="28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57"/>
              <p:cNvSpPr/>
              <p:nvPr/>
            </p:nvSpPr>
            <p:spPr>
              <a:xfrm>
                <a:off x="7552373" y="793636"/>
                <a:ext cx="59943" cy="75688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2067" extrusionOk="0">
                    <a:moveTo>
                      <a:pt x="107" y="1"/>
                    </a:moveTo>
                    <a:cubicBezTo>
                      <a:pt x="67" y="216"/>
                      <a:pt x="40" y="417"/>
                      <a:pt x="0" y="618"/>
                    </a:cubicBezTo>
                    <a:lnTo>
                      <a:pt x="1462" y="2066"/>
                    </a:lnTo>
                    <a:lnTo>
                      <a:pt x="1636" y="1530"/>
                    </a:lnTo>
                    <a:lnTo>
                      <a:pt x="10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57"/>
              <p:cNvSpPr/>
              <p:nvPr/>
            </p:nvSpPr>
            <p:spPr>
              <a:xfrm>
                <a:off x="7549407" y="844718"/>
                <a:ext cx="44747" cy="77629"/>
              </a:xfrm>
              <a:custGeom>
                <a:avLst/>
                <a:gdLst/>
                <a:ahLst/>
                <a:cxnLst/>
                <a:rect l="l" t="t" r="r" b="b"/>
                <a:pathLst>
                  <a:path w="1222" h="2120" extrusionOk="0">
                    <a:moveTo>
                      <a:pt x="175" y="1"/>
                    </a:moveTo>
                    <a:cubicBezTo>
                      <a:pt x="54" y="685"/>
                      <a:pt x="1" y="1114"/>
                      <a:pt x="1" y="1141"/>
                    </a:cubicBezTo>
                    <a:cubicBezTo>
                      <a:pt x="1" y="1288"/>
                      <a:pt x="779" y="2066"/>
                      <a:pt x="846" y="2120"/>
                    </a:cubicBezTo>
                    <a:cubicBezTo>
                      <a:pt x="846" y="2120"/>
                      <a:pt x="846" y="2120"/>
                      <a:pt x="846" y="2120"/>
                    </a:cubicBezTo>
                    <a:cubicBezTo>
                      <a:pt x="850" y="2120"/>
                      <a:pt x="997" y="1694"/>
                      <a:pt x="1221" y="1033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57"/>
              <p:cNvSpPr/>
              <p:nvPr/>
            </p:nvSpPr>
            <p:spPr>
              <a:xfrm>
                <a:off x="7613268" y="863869"/>
                <a:ext cx="2310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631" h="632" extrusionOk="0">
                    <a:moveTo>
                      <a:pt x="550" y="537"/>
                    </a:moveTo>
                    <a:cubicBezTo>
                      <a:pt x="456" y="631"/>
                      <a:pt x="134" y="484"/>
                      <a:pt x="0" y="349"/>
                    </a:cubicBezTo>
                    <a:lnTo>
                      <a:pt x="175" y="175"/>
                    </a:lnTo>
                    <a:lnTo>
                      <a:pt x="362" y="1"/>
                    </a:lnTo>
                    <a:cubicBezTo>
                      <a:pt x="496" y="121"/>
                      <a:pt x="630" y="457"/>
                      <a:pt x="550" y="5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0526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48"/>
          <p:cNvSpPr/>
          <p:nvPr/>
        </p:nvSpPr>
        <p:spPr>
          <a:xfrm>
            <a:off x="2813363" y="1392113"/>
            <a:ext cx="569700" cy="56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3" name="Google Shape;1613;p48"/>
          <p:cNvSpPr/>
          <p:nvPr/>
        </p:nvSpPr>
        <p:spPr>
          <a:xfrm>
            <a:off x="5760900" y="1392113"/>
            <a:ext cx="569700" cy="56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48"/>
          <p:cNvSpPr/>
          <p:nvPr/>
        </p:nvSpPr>
        <p:spPr>
          <a:xfrm>
            <a:off x="4317063" y="3062425"/>
            <a:ext cx="569700" cy="569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6" name="Google Shape;1616;p48"/>
          <p:cNvSpPr txBox="1">
            <a:spLocks noGrp="1"/>
          </p:cNvSpPr>
          <p:nvPr>
            <p:ph type="title"/>
          </p:nvPr>
        </p:nvSpPr>
        <p:spPr>
          <a:xfrm>
            <a:off x="499800" y="407600"/>
            <a:ext cx="8144400" cy="6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Третья зона отчуждения: поиск проблем</a:t>
            </a:r>
            <a:endParaRPr dirty="0"/>
          </a:p>
        </p:txBody>
      </p:sp>
      <p:sp>
        <p:nvSpPr>
          <p:cNvPr id="1617" name="Google Shape;1617;p48"/>
          <p:cNvSpPr txBox="1">
            <a:spLocks noGrp="1"/>
          </p:cNvSpPr>
          <p:nvPr>
            <p:ph type="subTitle" idx="3"/>
          </p:nvPr>
        </p:nvSpPr>
        <p:spPr>
          <a:xfrm>
            <a:off x="4926625" y="2264038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Реверс </a:t>
            </a:r>
            <a:r>
              <a:rPr lang="ru-RU" dirty="0" err="1"/>
              <a:t>инженеринг</a:t>
            </a:r>
            <a:endParaRPr dirty="0"/>
          </a:p>
        </p:txBody>
      </p:sp>
      <p:sp>
        <p:nvSpPr>
          <p:cNvPr id="1618" name="Google Shape;1618;p48"/>
          <p:cNvSpPr txBox="1">
            <a:spLocks noGrp="1"/>
          </p:cNvSpPr>
          <p:nvPr>
            <p:ph type="subTitle" idx="1"/>
          </p:nvPr>
        </p:nvSpPr>
        <p:spPr>
          <a:xfrm>
            <a:off x="1979050" y="2557454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Доработка скрипта под датасет</a:t>
            </a:r>
            <a:endParaRPr dirty="0"/>
          </a:p>
        </p:txBody>
      </p:sp>
      <p:sp>
        <p:nvSpPr>
          <p:cNvPr id="1623" name="Google Shape;1623;p48"/>
          <p:cNvSpPr txBox="1">
            <a:spLocks noGrp="1"/>
          </p:cNvSpPr>
          <p:nvPr>
            <p:ph type="subTitle" idx="7"/>
          </p:nvPr>
        </p:nvSpPr>
        <p:spPr>
          <a:xfrm>
            <a:off x="3482775" y="3632125"/>
            <a:ext cx="2238300" cy="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Переработка</a:t>
            </a:r>
            <a:endParaRPr dirty="0"/>
          </a:p>
        </p:txBody>
      </p:sp>
      <p:grpSp>
        <p:nvGrpSpPr>
          <p:cNvPr id="1625" name="Google Shape;1625;p48"/>
          <p:cNvGrpSpPr/>
          <p:nvPr/>
        </p:nvGrpSpPr>
        <p:grpSpPr>
          <a:xfrm>
            <a:off x="2925175" y="1520813"/>
            <a:ext cx="346025" cy="312325"/>
            <a:chOff x="2543438" y="1328825"/>
            <a:chExt cx="346025" cy="312325"/>
          </a:xfrm>
        </p:grpSpPr>
        <p:sp>
          <p:nvSpPr>
            <p:cNvPr id="1626" name="Google Shape;1626;p48"/>
            <p:cNvSpPr/>
            <p:nvPr/>
          </p:nvSpPr>
          <p:spPr>
            <a:xfrm>
              <a:off x="2740813" y="1383400"/>
              <a:ext cx="28975" cy="19050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8"/>
            <p:cNvSpPr/>
            <p:nvPr/>
          </p:nvSpPr>
          <p:spPr>
            <a:xfrm>
              <a:off x="2710588" y="1438850"/>
              <a:ext cx="24075" cy="24750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8"/>
            <p:cNvSpPr/>
            <p:nvPr/>
          </p:nvSpPr>
          <p:spPr>
            <a:xfrm>
              <a:off x="2744863" y="1420100"/>
              <a:ext cx="21025" cy="18325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8"/>
            <p:cNvSpPr/>
            <p:nvPr/>
          </p:nvSpPr>
          <p:spPr>
            <a:xfrm>
              <a:off x="2654313" y="1328825"/>
              <a:ext cx="235150" cy="201425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8"/>
            <p:cNvSpPr/>
            <p:nvPr/>
          </p:nvSpPr>
          <p:spPr>
            <a:xfrm>
              <a:off x="2776263" y="1438525"/>
              <a:ext cx="24100" cy="25075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8"/>
            <p:cNvSpPr/>
            <p:nvPr/>
          </p:nvSpPr>
          <p:spPr>
            <a:xfrm>
              <a:off x="2598388" y="1509500"/>
              <a:ext cx="237100" cy="131650"/>
            </a:xfrm>
            <a:custGeom>
              <a:avLst/>
              <a:gdLst/>
              <a:ahLst/>
              <a:cxnLst/>
              <a:rect l="l" t="t" r="r" b="b"/>
              <a:pathLst>
                <a:path w="9484" h="5266" extrusionOk="0">
                  <a:moveTo>
                    <a:pt x="1475" y="0"/>
                  </a:moveTo>
                  <a:cubicBezTo>
                    <a:pt x="960" y="0"/>
                    <a:pt x="443" y="154"/>
                    <a:pt x="1" y="465"/>
                  </a:cubicBezTo>
                  <a:lnTo>
                    <a:pt x="1" y="5265"/>
                  </a:lnTo>
                  <a:lnTo>
                    <a:pt x="5256" y="5265"/>
                  </a:lnTo>
                  <a:lnTo>
                    <a:pt x="9483" y="2104"/>
                  </a:lnTo>
                  <a:lnTo>
                    <a:pt x="9275" y="1805"/>
                  </a:lnTo>
                  <a:lnTo>
                    <a:pt x="9262" y="1805"/>
                  </a:lnTo>
                  <a:cubicBezTo>
                    <a:pt x="9059" y="1513"/>
                    <a:pt x="8730" y="1358"/>
                    <a:pt x="8394" y="1358"/>
                  </a:cubicBezTo>
                  <a:cubicBezTo>
                    <a:pt x="8192" y="1358"/>
                    <a:pt x="7986" y="1415"/>
                    <a:pt x="7805" y="1532"/>
                  </a:cubicBezTo>
                  <a:lnTo>
                    <a:pt x="5425" y="3067"/>
                  </a:lnTo>
                  <a:lnTo>
                    <a:pt x="2199" y="3067"/>
                  </a:lnTo>
                  <a:lnTo>
                    <a:pt x="2199" y="2339"/>
                  </a:lnTo>
                  <a:lnTo>
                    <a:pt x="4319" y="2339"/>
                  </a:lnTo>
                  <a:cubicBezTo>
                    <a:pt x="4930" y="2339"/>
                    <a:pt x="5477" y="1870"/>
                    <a:pt x="5490" y="1259"/>
                  </a:cubicBezTo>
                  <a:lnTo>
                    <a:pt x="5490" y="882"/>
                  </a:lnTo>
                  <a:lnTo>
                    <a:pt x="3565" y="882"/>
                  </a:lnTo>
                  <a:cubicBezTo>
                    <a:pt x="3474" y="869"/>
                    <a:pt x="3396" y="843"/>
                    <a:pt x="3331" y="778"/>
                  </a:cubicBezTo>
                  <a:lnTo>
                    <a:pt x="3161" y="635"/>
                  </a:lnTo>
                  <a:cubicBezTo>
                    <a:pt x="2684" y="213"/>
                    <a:pt x="2081" y="0"/>
                    <a:pt x="14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8"/>
            <p:cNvSpPr/>
            <p:nvPr/>
          </p:nvSpPr>
          <p:spPr>
            <a:xfrm>
              <a:off x="2543438" y="1531200"/>
              <a:ext cx="36775" cy="109950"/>
            </a:xfrm>
            <a:custGeom>
              <a:avLst/>
              <a:gdLst/>
              <a:ahLst/>
              <a:cxnLst/>
              <a:rect l="l" t="t" r="r" b="b"/>
              <a:pathLst>
                <a:path w="1471" h="4398" extrusionOk="0">
                  <a:moveTo>
                    <a:pt x="0" y="1"/>
                  </a:moveTo>
                  <a:lnTo>
                    <a:pt x="0" y="4397"/>
                  </a:lnTo>
                  <a:lnTo>
                    <a:pt x="1470" y="4397"/>
                  </a:lnTo>
                  <a:lnTo>
                    <a:pt x="14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3" name="Google Shape;1633;p48"/>
          <p:cNvGrpSpPr/>
          <p:nvPr/>
        </p:nvGrpSpPr>
        <p:grpSpPr>
          <a:xfrm>
            <a:off x="5889688" y="1521250"/>
            <a:ext cx="312200" cy="311450"/>
            <a:chOff x="5571913" y="2011950"/>
            <a:chExt cx="312200" cy="311450"/>
          </a:xfrm>
        </p:grpSpPr>
        <p:sp>
          <p:nvSpPr>
            <p:cNvPr id="1634" name="Google Shape;1634;p48"/>
            <p:cNvSpPr/>
            <p:nvPr/>
          </p:nvSpPr>
          <p:spPr>
            <a:xfrm>
              <a:off x="5847363" y="2103875"/>
              <a:ext cx="36750" cy="18225"/>
            </a:xfrm>
            <a:custGeom>
              <a:avLst/>
              <a:gdLst/>
              <a:ahLst/>
              <a:cxnLst/>
              <a:rect l="l" t="t" r="r" b="b"/>
              <a:pathLst>
                <a:path w="1470" h="729" extrusionOk="0">
                  <a:moveTo>
                    <a:pt x="0" y="0"/>
                  </a:moveTo>
                  <a:lnTo>
                    <a:pt x="0" y="728"/>
                  </a:lnTo>
                  <a:lnTo>
                    <a:pt x="1470" y="728"/>
                  </a:lnTo>
                  <a:lnTo>
                    <a:pt x="14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8"/>
            <p:cNvSpPr/>
            <p:nvPr/>
          </p:nvSpPr>
          <p:spPr>
            <a:xfrm>
              <a:off x="5571913" y="2103875"/>
              <a:ext cx="36450" cy="18225"/>
            </a:xfrm>
            <a:custGeom>
              <a:avLst/>
              <a:gdLst/>
              <a:ahLst/>
              <a:cxnLst/>
              <a:rect l="l" t="t" r="r" b="b"/>
              <a:pathLst>
                <a:path w="1458" h="729" extrusionOk="0">
                  <a:moveTo>
                    <a:pt x="1" y="0"/>
                  </a:moveTo>
                  <a:lnTo>
                    <a:pt x="1" y="728"/>
                  </a:lnTo>
                  <a:lnTo>
                    <a:pt x="1458" y="728"/>
                  </a:lnTo>
                  <a:lnTo>
                    <a:pt x="145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8"/>
            <p:cNvSpPr/>
            <p:nvPr/>
          </p:nvSpPr>
          <p:spPr>
            <a:xfrm>
              <a:off x="5826213" y="2164675"/>
              <a:ext cx="41000" cy="34175"/>
            </a:xfrm>
            <a:custGeom>
              <a:avLst/>
              <a:gdLst/>
              <a:ahLst/>
              <a:cxnLst/>
              <a:rect l="l" t="t" r="r" b="b"/>
              <a:pathLst>
                <a:path w="1640" h="1367" extrusionOk="0">
                  <a:moveTo>
                    <a:pt x="365" y="0"/>
                  </a:moveTo>
                  <a:lnTo>
                    <a:pt x="1" y="625"/>
                  </a:lnTo>
                  <a:lnTo>
                    <a:pt x="1275" y="1366"/>
                  </a:lnTo>
                  <a:lnTo>
                    <a:pt x="1640" y="729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8"/>
            <p:cNvSpPr/>
            <p:nvPr/>
          </p:nvSpPr>
          <p:spPr>
            <a:xfrm>
              <a:off x="5588513" y="2027450"/>
              <a:ext cx="41000" cy="34175"/>
            </a:xfrm>
            <a:custGeom>
              <a:avLst/>
              <a:gdLst/>
              <a:ahLst/>
              <a:cxnLst/>
              <a:rect l="l" t="t" r="r" b="b"/>
              <a:pathLst>
                <a:path w="1640" h="1367" extrusionOk="0">
                  <a:moveTo>
                    <a:pt x="377" y="0"/>
                  </a:moveTo>
                  <a:lnTo>
                    <a:pt x="0" y="638"/>
                  </a:lnTo>
                  <a:lnTo>
                    <a:pt x="1275" y="1366"/>
                  </a:lnTo>
                  <a:lnTo>
                    <a:pt x="1639" y="729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8"/>
            <p:cNvSpPr/>
            <p:nvPr/>
          </p:nvSpPr>
          <p:spPr>
            <a:xfrm>
              <a:off x="5826213" y="2027450"/>
              <a:ext cx="41000" cy="34175"/>
            </a:xfrm>
            <a:custGeom>
              <a:avLst/>
              <a:gdLst/>
              <a:ahLst/>
              <a:cxnLst/>
              <a:rect l="l" t="t" r="r" b="b"/>
              <a:pathLst>
                <a:path w="1640" h="1367" extrusionOk="0">
                  <a:moveTo>
                    <a:pt x="1275" y="0"/>
                  </a:moveTo>
                  <a:lnTo>
                    <a:pt x="1" y="729"/>
                  </a:lnTo>
                  <a:lnTo>
                    <a:pt x="365" y="1366"/>
                  </a:lnTo>
                  <a:lnTo>
                    <a:pt x="1640" y="638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8"/>
            <p:cNvSpPr/>
            <p:nvPr/>
          </p:nvSpPr>
          <p:spPr>
            <a:xfrm>
              <a:off x="5588513" y="2164675"/>
              <a:ext cx="41000" cy="34175"/>
            </a:xfrm>
            <a:custGeom>
              <a:avLst/>
              <a:gdLst/>
              <a:ahLst/>
              <a:cxnLst/>
              <a:rect l="l" t="t" r="r" b="b"/>
              <a:pathLst>
                <a:path w="1640" h="1367" extrusionOk="0">
                  <a:moveTo>
                    <a:pt x="1275" y="0"/>
                  </a:moveTo>
                  <a:lnTo>
                    <a:pt x="0" y="729"/>
                  </a:lnTo>
                  <a:lnTo>
                    <a:pt x="377" y="1366"/>
                  </a:lnTo>
                  <a:lnTo>
                    <a:pt x="1639" y="625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8"/>
            <p:cNvSpPr/>
            <p:nvPr/>
          </p:nvSpPr>
          <p:spPr>
            <a:xfrm>
              <a:off x="5717688" y="2103650"/>
              <a:ext cx="21075" cy="18325"/>
            </a:xfrm>
            <a:custGeom>
              <a:avLst/>
              <a:gdLst/>
              <a:ahLst/>
              <a:cxnLst/>
              <a:rect l="l" t="t" r="r" b="b"/>
              <a:pathLst>
                <a:path w="843" h="733" extrusionOk="0">
                  <a:moveTo>
                    <a:pt x="421" y="1"/>
                  </a:moveTo>
                  <a:cubicBezTo>
                    <a:pt x="266" y="1"/>
                    <a:pt x="113" y="94"/>
                    <a:pt x="62" y="269"/>
                  </a:cubicBezTo>
                  <a:cubicBezTo>
                    <a:pt x="0" y="517"/>
                    <a:pt x="201" y="732"/>
                    <a:pt x="429" y="732"/>
                  </a:cubicBezTo>
                  <a:cubicBezTo>
                    <a:pt x="488" y="732"/>
                    <a:pt x="549" y="718"/>
                    <a:pt x="608" y="685"/>
                  </a:cubicBezTo>
                  <a:cubicBezTo>
                    <a:pt x="778" y="581"/>
                    <a:pt x="843" y="360"/>
                    <a:pt x="739" y="178"/>
                  </a:cubicBezTo>
                  <a:cubicBezTo>
                    <a:pt x="664" y="58"/>
                    <a:pt x="542" y="1"/>
                    <a:pt x="4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8"/>
            <p:cNvSpPr/>
            <p:nvPr/>
          </p:nvSpPr>
          <p:spPr>
            <a:xfrm>
              <a:off x="5683463" y="2122075"/>
              <a:ext cx="24075" cy="25050"/>
            </a:xfrm>
            <a:custGeom>
              <a:avLst/>
              <a:gdLst/>
              <a:ahLst/>
              <a:cxnLst/>
              <a:rect l="l" t="t" r="r" b="b"/>
              <a:pathLst>
                <a:path w="963" h="1002" extrusionOk="0">
                  <a:moveTo>
                    <a:pt x="0" y="0"/>
                  </a:moveTo>
                  <a:lnTo>
                    <a:pt x="0" y="0"/>
                  </a:lnTo>
                  <a:cubicBezTo>
                    <a:pt x="39" y="196"/>
                    <a:pt x="104" y="378"/>
                    <a:pt x="208" y="547"/>
                  </a:cubicBezTo>
                  <a:cubicBezTo>
                    <a:pt x="299" y="716"/>
                    <a:pt x="430" y="859"/>
                    <a:pt x="573" y="1002"/>
                  </a:cubicBezTo>
                  <a:lnTo>
                    <a:pt x="963" y="339"/>
                  </a:lnTo>
                  <a:cubicBezTo>
                    <a:pt x="872" y="248"/>
                    <a:pt x="794" y="130"/>
                    <a:pt x="755" y="1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8"/>
            <p:cNvSpPr/>
            <p:nvPr/>
          </p:nvSpPr>
          <p:spPr>
            <a:xfrm>
              <a:off x="5713713" y="2066950"/>
              <a:ext cx="28950" cy="19050"/>
            </a:xfrm>
            <a:custGeom>
              <a:avLst/>
              <a:gdLst/>
              <a:ahLst/>
              <a:cxnLst/>
              <a:rect l="l" t="t" r="r" b="b"/>
              <a:pathLst>
                <a:path w="1158" h="762" extrusionOk="0">
                  <a:moveTo>
                    <a:pt x="579" y="1"/>
                  </a:moveTo>
                  <a:cubicBezTo>
                    <a:pt x="384" y="1"/>
                    <a:pt x="189" y="33"/>
                    <a:pt x="0" y="98"/>
                  </a:cubicBezTo>
                  <a:lnTo>
                    <a:pt x="390" y="762"/>
                  </a:lnTo>
                  <a:cubicBezTo>
                    <a:pt x="455" y="749"/>
                    <a:pt x="520" y="742"/>
                    <a:pt x="585" y="742"/>
                  </a:cubicBezTo>
                  <a:cubicBezTo>
                    <a:pt x="650" y="742"/>
                    <a:pt x="715" y="749"/>
                    <a:pt x="780" y="762"/>
                  </a:cubicBezTo>
                  <a:lnTo>
                    <a:pt x="1158" y="98"/>
                  </a:lnTo>
                  <a:cubicBezTo>
                    <a:pt x="969" y="33"/>
                    <a:pt x="774" y="1"/>
                    <a:pt x="5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8"/>
            <p:cNvSpPr/>
            <p:nvPr/>
          </p:nvSpPr>
          <p:spPr>
            <a:xfrm>
              <a:off x="5610938" y="2011950"/>
              <a:ext cx="236775" cy="201850"/>
            </a:xfrm>
            <a:custGeom>
              <a:avLst/>
              <a:gdLst/>
              <a:ahLst/>
              <a:cxnLst/>
              <a:rect l="l" t="t" r="r" b="b"/>
              <a:pathLst>
                <a:path w="9471" h="8074" extrusionOk="0">
                  <a:moveTo>
                    <a:pt x="4756" y="1474"/>
                  </a:moveTo>
                  <a:cubicBezTo>
                    <a:pt x="5354" y="1474"/>
                    <a:pt x="5815" y="1730"/>
                    <a:pt x="6296" y="2012"/>
                  </a:cubicBezTo>
                  <a:lnTo>
                    <a:pt x="5516" y="3352"/>
                  </a:lnTo>
                  <a:cubicBezTo>
                    <a:pt x="5620" y="3430"/>
                    <a:pt x="5698" y="3547"/>
                    <a:pt x="5724" y="3677"/>
                  </a:cubicBezTo>
                  <a:lnTo>
                    <a:pt x="7272" y="3677"/>
                  </a:lnTo>
                  <a:cubicBezTo>
                    <a:pt x="7272" y="4549"/>
                    <a:pt x="7285" y="5498"/>
                    <a:pt x="5659" y="6448"/>
                  </a:cubicBezTo>
                  <a:lnTo>
                    <a:pt x="5659" y="6435"/>
                  </a:lnTo>
                  <a:lnTo>
                    <a:pt x="4891" y="5108"/>
                  </a:lnTo>
                  <a:cubicBezTo>
                    <a:pt x="4826" y="5121"/>
                    <a:pt x="4761" y="5127"/>
                    <a:pt x="4696" y="5127"/>
                  </a:cubicBezTo>
                  <a:cubicBezTo>
                    <a:pt x="4631" y="5127"/>
                    <a:pt x="4566" y="5121"/>
                    <a:pt x="4501" y="5108"/>
                  </a:cubicBezTo>
                  <a:lnTo>
                    <a:pt x="3734" y="6435"/>
                  </a:lnTo>
                  <a:cubicBezTo>
                    <a:pt x="3187" y="6122"/>
                    <a:pt x="2823" y="5927"/>
                    <a:pt x="2472" y="5316"/>
                  </a:cubicBezTo>
                  <a:cubicBezTo>
                    <a:pt x="2121" y="4705"/>
                    <a:pt x="2134" y="4301"/>
                    <a:pt x="2134" y="3690"/>
                  </a:cubicBezTo>
                  <a:lnTo>
                    <a:pt x="3669" y="3690"/>
                  </a:lnTo>
                  <a:cubicBezTo>
                    <a:pt x="3721" y="3560"/>
                    <a:pt x="3773" y="3443"/>
                    <a:pt x="3864" y="3339"/>
                  </a:cubicBezTo>
                  <a:lnTo>
                    <a:pt x="3096" y="2012"/>
                  </a:lnTo>
                  <a:cubicBezTo>
                    <a:pt x="3774" y="1620"/>
                    <a:pt x="4304" y="1474"/>
                    <a:pt x="4756" y="1474"/>
                  </a:cubicBezTo>
                  <a:close/>
                  <a:moveTo>
                    <a:pt x="4684" y="1"/>
                  </a:moveTo>
                  <a:cubicBezTo>
                    <a:pt x="3370" y="1"/>
                    <a:pt x="2078" y="639"/>
                    <a:pt x="1301" y="1843"/>
                  </a:cubicBezTo>
                  <a:cubicBezTo>
                    <a:pt x="1" y="3846"/>
                    <a:pt x="716" y="6539"/>
                    <a:pt x="2849" y="7631"/>
                  </a:cubicBezTo>
                  <a:lnTo>
                    <a:pt x="2849" y="8074"/>
                  </a:lnTo>
                  <a:lnTo>
                    <a:pt x="4306" y="8074"/>
                  </a:lnTo>
                  <a:lnTo>
                    <a:pt x="4306" y="7332"/>
                  </a:lnTo>
                  <a:lnTo>
                    <a:pt x="5048" y="7332"/>
                  </a:lnTo>
                  <a:lnTo>
                    <a:pt x="5048" y="8074"/>
                  </a:lnTo>
                  <a:lnTo>
                    <a:pt x="6504" y="8074"/>
                  </a:lnTo>
                  <a:lnTo>
                    <a:pt x="6504" y="7631"/>
                  </a:lnTo>
                  <a:cubicBezTo>
                    <a:pt x="9093" y="6292"/>
                    <a:pt x="9470" y="2740"/>
                    <a:pt x="7220" y="893"/>
                  </a:cubicBezTo>
                  <a:cubicBezTo>
                    <a:pt x="6465" y="291"/>
                    <a:pt x="5570" y="1"/>
                    <a:pt x="4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8"/>
            <p:cNvSpPr/>
            <p:nvPr/>
          </p:nvSpPr>
          <p:spPr>
            <a:xfrm>
              <a:off x="5748813" y="2122075"/>
              <a:ext cx="24100" cy="25050"/>
            </a:xfrm>
            <a:custGeom>
              <a:avLst/>
              <a:gdLst/>
              <a:ahLst/>
              <a:cxnLst/>
              <a:rect l="l" t="t" r="r" b="b"/>
              <a:pathLst>
                <a:path w="964" h="1002" extrusionOk="0">
                  <a:moveTo>
                    <a:pt x="196" y="0"/>
                  </a:moveTo>
                  <a:cubicBezTo>
                    <a:pt x="157" y="130"/>
                    <a:pt x="92" y="235"/>
                    <a:pt x="1" y="326"/>
                  </a:cubicBezTo>
                  <a:lnTo>
                    <a:pt x="1" y="339"/>
                  </a:lnTo>
                  <a:lnTo>
                    <a:pt x="391" y="1002"/>
                  </a:lnTo>
                  <a:cubicBezTo>
                    <a:pt x="690" y="742"/>
                    <a:pt x="885" y="391"/>
                    <a:pt x="9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8"/>
            <p:cNvSpPr/>
            <p:nvPr/>
          </p:nvSpPr>
          <p:spPr>
            <a:xfrm>
              <a:off x="5663938" y="2231975"/>
              <a:ext cx="127825" cy="91425"/>
            </a:xfrm>
            <a:custGeom>
              <a:avLst/>
              <a:gdLst/>
              <a:ahLst/>
              <a:cxnLst/>
              <a:rect l="l" t="t" r="r" b="b"/>
              <a:pathLst>
                <a:path w="5113" h="3657" extrusionOk="0">
                  <a:moveTo>
                    <a:pt x="1" y="1"/>
                  </a:moveTo>
                  <a:lnTo>
                    <a:pt x="1" y="729"/>
                  </a:lnTo>
                  <a:lnTo>
                    <a:pt x="729" y="729"/>
                  </a:lnTo>
                  <a:lnTo>
                    <a:pt x="729" y="1458"/>
                  </a:lnTo>
                  <a:lnTo>
                    <a:pt x="2186" y="1458"/>
                  </a:lnTo>
                  <a:lnTo>
                    <a:pt x="2186" y="2199"/>
                  </a:lnTo>
                  <a:lnTo>
                    <a:pt x="768" y="2199"/>
                  </a:lnTo>
                  <a:cubicBezTo>
                    <a:pt x="937" y="3045"/>
                    <a:pt x="1679" y="3656"/>
                    <a:pt x="2550" y="3656"/>
                  </a:cubicBezTo>
                  <a:cubicBezTo>
                    <a:pt x="3422" y="3656"/>
                    <a:pt x="4176" y="3045"/>
                    <a:pt x="4345" y="2199"/>
                  </a:cubicBezTo>
                  <a:lnTo>
                    <a:pt x="2915" y="2199"/>
                  </a:lnTo>
                  <a:lnTo>
                    <a:pt x="2915" y="1458"/>
                  </a:lnTo>
                  <a:lnTo>
                    <a:pt x="4384" y="1458"/>
                  </a:lnTo>
                  <a:lnTo>
                    <a:pt x="4384" y="729"/>
                  </a:lnTo>
                  <a:lnTo>
                    <a:pt x="5113" y="729"/>
                  </a:lnTo>
                  <a:lnTo>
                    <a:pt x="51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6" name="Google Shape;1646;p48"/>
          <p:cNvGrpSpPr/>
          <p:nvPr/>
        </p:nvGrpSpPr>
        <p:grpSpPr>
          <a:xfrm>
            <a:off x="4483000" y="3191175"/>
            <a:ext cx="237750" cy="312200"/>
            <a:chOff x="4104988" y="2694725"/>
            <a:chExt cx="237750" cy="312200"/>
          </a:xfrm>
        </p:grpSpPr>
        <p:sp>
          <p:nvSpPr>
            <p:cNvPr id="1647" name="Google Shape;1647;p48"/>
            <p:cNvSpPr/>
            <p:nvPr/>
          </p:nvSpPr>
          <p:spPr>
            <a:xfrm>
              <a:off x="4213613" y="2896350"/>
              <a:ext cx="20175" cy="18450"/>
            </a:xfrm>
            <a:custGeom>
              <a:avLst/>
              <a:gdLst/>
              <a:ahLst/>
              <a:cxnLst/>
              <a:rect l="l" t="t" r="r" b="b"/>
              <a:pathLst>
                <a:path w="807" h="738" extrusionOk="0">
                  <a:moveTo>
                    <a:pt x="429" y="0"/>
                  </a:moveTo>
                  <a:cubicBezTo>
                    <a:pt x="364" y="0"/>
                    <a:pt x="299" y="26"/>
                    <a:pt x="247" y="52"/>
                  </a:cubicBezTo>
                  <a:cubicBezTo>
                    <a:pt x="13" y="183"/>
                    <a:pt x="0" y="495"/>
                    <a:pt x="208" y="664"/>
                  </a:cubicBezTo>
                  <a:cubicBezTo>
                    <a:pt x="271" y="714"/>
                    <a:pt x="347" y="738"/>
                    <a:pt x="422" y="738"/>
                  </a:cubicBezTo>
                  <a:cubicBezTo>
                    <a:pt x="580" y="738"/>
                    <a:pt x="737" y="636"/>
                    <a:pt x="781" y="469"/>
                  </a:cubicBezTo>
                  <a:cubicBezTo>
                    <a:pt x="807" y="365"/>
                    <a:pt x="794" y="274"/>
                    <a:pt x="742" y="183"/>
                  </a:cubicBezTo>
                  <a:cubicBezTo>
                    <a:pt x="690" y="104"/>
                    <a:pt x="611" y="39"/>
                    <a:pt x="520" y="13"/>
                  </a:cubicBezTo>
                  <a:cubicBezTo>
                    <a:pt x="494" y="13"/>
                    <a:pt x="455" y="0"/>
                    <a:pt x="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8"/>
            <p:cNvSpPr/>
            <p:nvPr/>
          </p:nvSpPr>
          <p:spPr>
            <a:xfrm>
              <a:off x="4179463" y="2914550"/>
              <a:ext cx="24075" cy="25075"/>
            </a:xfrm>
            <a:custGeom>
              <a:avLst/>
              <a:gdLst/>
              <a:ahLst/>
              <a:cxnLst/>
              <a:rect l="l" t="t" r="r" b="b"/>
              <a:pathLst>
                <a:path w="963" h="1003" extrusionOk="0">
                  <a:moveTo>
                    <a:pt x="755" y="1"/>
                  </a:moveTo>
                  <a:lnTo>
                    <a:pt x="755" y="14"/>
                  </a:lnTo>
                  <a:lnTo>
                    <a:pt x="0" y="14"/>
                  </a:lnTo>
                  <a:cubicBezTo>
                    <a:pt x="39" y="196"/>
                    <a:pt x="104" y="378"/>
                    <a:pt x="208" y="547"/>
                  </a:cubicBezTo>
                  <a:cubicBezTo>
                    <a:pt x="300" y="716"/>
                    <a:pt x="430" y="872"/>
                    <a:pt x="573" y="1002"/>
                  </a:cubicBezTo>
                  <a:lnTo>
                    <a:pt x="963" y="339"/>
                  </a:lnTo>
                  <a:cubicBezTo>
                    <a:pt x="911" y="287"/>
                    <a:pt x="872" y="235"/>
                    <a:pt x="846" y="183"/>
                  </a:cubicBezTo>
                  <a:cubicBezTo>
                    <a:pt x="807" y="118"/>
                    <a:pt x="781" y="66"/>
                    <a:pt x="7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8"/>
            <p:cNvSpPr/>
            <p:nvPr/>
          </p:nvSpPr>
          <p:spPr>
            <a:xfrm>
              <a:off x="4209713" y="2859450"/>
              <a:ext cx="28950" cy="19025"/>
            </a:xfrm>
            <a:custGeom>
              <a:avLst/>
              <a:gdLst/>
              <a:ahLst/>
              <a:cxnLst/>
              <a:rect l="l" t="t" r="r" b="b"/>
              <a:pathLst>
                <a:path w="1158" h="761" extrusionOk="0">
                  <a:moveTo>
                    <a:pt x="579" y="0"/>
                  </a:moveTo>
                  <a:cubicBezTo>
                    <a:pt x="384" y="0"/>
                    <a:pt x="189" y="33"/>
                    <a:pt x="0" y="98"/>
                  </a:cubicBezTo>
                  <a:lnTo>
                    <a:pt x="0" y="111"/>
                  </a:lnTo>
                  <a:lnTo>
                    <a:pt x="390" y="761"/>
                  </a:lnTo>
                  <a:cubicBezTo>
                    <a:pt x="455" y="748"/>
                    <a:pt x="520" y="741"/>
                    <a:pt x="585" y="741"/>
                  </a:cubicBezTo>
                  <a:cubicBezTo>
                    <a:pt x="650" y="741"/>
                    <a:pt x="715" y="748"/>
                    <a:pt x="781" y="761"/>
                  </a:cubicBezTo>
                  <a:lnTo>
                    <a:pt x="1158" y="98"/>
                  </a:lnTo>
                  <a:cubicBezTo>
                    <a:pt x="969" y="33"/>
                    <a:pt x="774" y="0"/>
                    <a:pt x="5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8"/>
            <p:cNvSpPr/>
            <p:nvPr/>
          </p:nvSpPr>
          <p:spPr>
            <a:xfrm>
              <a:off x="4104988" y="2713600"/>
              <a:ext cx="237750" cy="293325"/>
            </a:xfrm>
            <a:custGeom>
              <a:avLst/>
              <a:gdLst/>
              <a:ahLst/>
              <a:cxnLst/>
              <a:rect l="l" t="t" r="r" b="b"/>
              <a:pathLst>
                <a:path w="9510" h="11733" extrusionOk="0">
                  <a:moveTo>
                    <a:pt x="7688" y="1834"/>
                  </a:moveTo>
                  <a:lnTo>
                    <a:pt x="7688" y="4033"/>
                  </a:lnTo>
                  <a:lnTo>
                    <a:pt x="2654" y="4033"/>
                  </a:lnTo>
                  <a:lnTo>
                    <a:pt x="5282" y="1834"/>
                  </a:lnTo>
                  <a:close/>
                  <a:moveTo>
                    <a:pt x="4707" y="5111"/>
                  </a:moveTo>
                  <a:cubicBezTo>
                    <a:pt x="5158" y="5111"/>
                    <a:pt x="5696" y="5252"/>
                    <a:pt x="6374" y="5645"/>
                  </a:cubicBezTo>
                  <a:lnTo>
                    <a:pt x="5594" y="6985"/>
                  </a:lnTo>
                  <a:cubicBezTo>
                    <a:pt x="5646" y="7037"/>
                    <a:pt x="5685" y="7076"/>
                    <a:pt x="5724" y="7128"/>
                  </a:cubicBezTo>
                  <a:cubicBezTo>
                    <a:pt x="5750" y="7206"/>
                    <a:pt x="5776" y="7271"/>
                    <a:pt x="5802" y="7349"/>
                  </a:cubicBezTo>
                  <a:lnTo>
                    <a:pt x="7350" y="7349"/>
                  </a:lnTo>
                  <a:cubicBezTo>
                    <a:pt x="7350" y="8208"/>
                    <a:pt x="7363" y="9131"/>
                    <a:pt x="5737" y="10081"/>
                  </a:cubicBezTo>
                  <a:lnTo>
                    <a:pt x="4970" y="8754"/>
                  </a:lnTo>
                  <a:cubicBezTo>
                    <a:pt x="4904" y="8774"/>
                    <a:pt x="4839" y="8784"/>
                    <a:pt x="4774" y="8784"/>
                  </a:cubicBezTo>
                  <a:cubicBezTo>
                    <a:pt x="4709" y="8784"/>
                    <a:pt x="4644" y="8774"/>
                    <a:pt x="4579" y="8754"/>
                  </a:cubicBezTo>
                  <a:lnTo>
                    <a:pt x="3812" y="10081"/>
                  </a:lnTo>
                  <a:cubicBezTo>
                    <a:pt x="3266" y="9769"/>
                    <a:pt x="2901" y="9574"/>
                    <a:pt x="2550" y="8962"/>
                  </a:cubicBezTo>
                  <a:cubicBezTo>
                    <a:pt x="2199" y="8351"/>
                    <a:pt x="2212" y="7948"/>
                    <a:pt x="2212" y="7323"/>
                  </a:cubicBezTo>
                  <a:lnTo>
                    <a:pt x="3747" y="7323"/>
                  </a:lnTo>
                  <a:cubicBezTo>
                    <a:pt x="3799" y="7193"/>
                    <a:pt x="3851" y="7076"/>
                    <a:pt x="3942" y="6972"/>
                  </a:cubicBezTo>
                  <a:lnTo>
                    <a:pt x="3174" y="5645"/>
                  </a:lnTo>
                  <a:cubicBezTo>
                    <a:pt x="3609" y="5394"/>
                    <a:pt x="4070" y="5111"/>
                    <a:pt x="4707" y="5111"/>
                  </a:cubicBezTo>
                  <a:close/>
                  <a:moveTo>
                    <a:pt x="4618" y="0"/>
                  </a:moveTo>
                  <a:lnTo>
                    <a:pt x="1" y="3850"/>
                  </a:lnTo>
                  <a:lnTo>
                    <a:pt x="1" y="11733"/>
                  </a:lnTo>
                  <a:lnTo>
                    <a:pt x="9509" y="11733"/>
                  </a:lnTo>
                  <a:lnTo>
                    <a:pt x="9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8"/>
            <p:cNvSpPr/>
            <p:nvPr/>
          </p:nvSpPr>
          <p:spPr>
            <a:xfrm>
              <a:off x="4245138" y="2914875"/>
              <a:ext cx="23775" cy="24750"/>
            </a:xfrm>
            <a:custGeom>
              <a:avLst/>
              <a:gdLst/>
              <a:ahLst/>
              <a:cxnLst/>
              <a:rect l="l" t="t" r="r" b="b"/>
              <a:pathLst>
                <a:path w="951" h="990" extrusionOk="0">
                  <a:moveTo>
                    <a:pt x="183" y="1"/>
                  </a:moveTo>
                  <a:cubicBezTo>
                    <a:pt x="144" y="118"/>
                    <a:pt x="79" y="222"/>
                    <a:pt x="1" y="326"/>
                  </a:cubicBezTo>
                  <a:lnTo>
                    <a:pt x="378" y="989"/>
                  </a:lnTo>
                  <a:cubicBezTo>
                    <a:pt x="677" y="729"/>
                    <a:pt x="872" y="378"/>
                    <a:pt x="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8"/>
            <p:cNvSpPr/>
            <p:nvPr/>
          </p:nvSpPr>
          <p:spPr>
            <a:xfrm>
              <a:off x="4104988" y="2731800"/>
              <a:ext cx="65075" cy="54325"/>
            </a:xfrm>
            <a:custGeom>
              <a:avLst/>
              <a:gdLst/>
              <a:ahLst/>
              <a:cxnLst/>
              <a:rect l="l" t="t" r="r" b="b"/>
              <a:pathLst>
                <a:path w="2603" h="2173" extrusionOk="0">
                  <a:moveTo>
                    <a:pt x="1" y="1"/>
                  </a:moveTo>
                  <a:lnTo>
                    <a:pt x="1" y="2173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8"/>
            <p:cNvSpPr/>
            <p:nvPr/>
          </p:nvSpPr>
          <p:spPr>
            <a:xfrm>
              <a:off x="4104988" y="2694725"/>
              <a:ext cx="73200" cy="18900"/>
            </a:xfrm>
            <a:custGeom>
              <a:avLst/>
              <a:gdLst/>
              <a:ahLst/>
              <a:cxnLst/>
              <a:rect l="l" t="t" r="r" b="b"/>
              <a:pathLst>
                <a:path w="2928" h="756" extrusionOk="0">
                  <a:moveTo>
                    <a:pt x="1" y="1"/>
                  </a:moveTo>
                  <a:lnTo>
                    <a:pt x="1" y="755"/>
                  </a:lnTo>
                  <a:lnTo>
                    <a:pt x="2927" y="755"/>
                  </a:lnTo>
                  <a:lnTo>
                    <a:pt x="29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4" name="Google Shape;1654;p48"/>
          <p:cNvGrpSpPr/>
          <p:nvPr/>
        </p:nvGrpSpPr>
        <p:grpSpPr>
          <a:xfrm>
            <a:off x="5889638" y="3142400"/>
            <a:ext cx="312200" cy="312200"/>
            <a:chOff x="4836013" y="2694725"/>
            <a:chExt cx="312200" cy="312200"/>
          </a:xfrm>
        </p:grpSpPr>
        <p:sp>
          <p:nvSpPr>
            <p:cNvPr id="1655" name="Google Shape;1655;p48"/>
            <p:cNvSpPr/>
            <p:nvPr/>
          </p:nvSpPr>
          <p:spPr>
            <a:xfrm>
              <a:off x="5079588" y="2775050"/>
              <a:ext cx="68625" cy="59525"/>
            </a:xfrm>
            <a:custGeom>
              <a:avLst/>
              <a:gdLst/>
              <a:ahLst/>
              <a:cxnLst/>
              <a:rect l="l" t="t" r="r" b="b"/>
              <a:pathLst>
                <a:path w="2745" h="2381" extrusionOk="0">
                  <a:moveTo>
                    <a:pt x="2134" y="1"/>
                  </a:moveTo>
                  <a:lnTo>
                    <a:pt x="0" y="2121"/>
                  </a:lnTo>
                  <a:lnTo>
                    <a:pt x="768" y="2381"/>
                  </a:lnTo>
                  <a:lnTo>
                    <a:pt x="2745" y="378"/>
                  </a:lnTo>
                  <a:lnTo>
                    <a:pt x="21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8"/>
            <p:cNvSpPr/>
            <p:nvPr/>
          </p:nvSpPr>
          <p:spPr>
            <a:xfrm>
              <a:off x="4836013" y="2938950"/>
              <a:ext cx="68000" cy="67975"/>
            </a:xfrm>
            <a:custGeom>
              <a:avLst/>
              <a:gdLst/>
              <a:ahLst/>
              <a:cxnLst/>
              <a:rect l="l" t="t" r="r" b="b"/>
              <a:pathLst>
                <a:path w="2720" h="2719" extrusionOk="0">
                  <a:moveTo>
                    <a:pt x="1" y="0"/>
                  </a:moveTo>
                  <a:cubicBezTo>
                    <a:pt x="1" y="130"/>
                    <a:pt x="1" y="248"/>
                    <a:pt x="14" y="365"/>
                  </a:cubicBezTo>
                  <a:lnTo>
                    <a:pt x="248" y="2459"/>
                  </a:lnTo>
                  <a:lnTo>
                    <a:pt x="2355" y="2693"/>
                  </a:lnTo>
                  <a:cubicBezTo>
                    <a:pt x="2472" y="2706"/>
                    <a:pt x="2602" y="2719"/>
                    <a:pt x="2719" y="2719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8"/>
            <p:cNvSpPr/>
            <p:nvPr/>
          </p:nvSpPr>
          <p:spPr>
            <a:xfrm>
              <a:off x="5018763" y="2707750"/>
              <a:ext cx="116450" cy="116425"/>
            </a:xfrm>
            <a:custGeom>
              <a:avLst/>
              <a:gdLst/>
              <a:ahLst/>
              <a:cxnLst/>
              <a:rect l="l" t="t" r="r" b="b"/>
              <a:pathLst>
                <a:path w="4658" h="4657" extrusionOk="0">
                  <a:moveTo>
                    <a:pt x="3097" y="0"/>
                  </a:moveTo>
                  <a:lnTo>
                    <a:pt x="1" y="3109"/>
                  </a:lnTo>
                  <a:lnTo>
                    <a:pt x="1549" y="4657"/>
                  </a:lnTo>
                  <a:lnTo>
                    <a:pt x="4658" y="1548"/>
                  </a:lnTo>
                  <a:lnTo>
                    <a:pt x="30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8"/>
            <p:cNvSpPr/>
            <p:nvPr/>
          </p:nvSpPr>
          <p:spPr>
            <a:xfrm>
              <a:off x="4958288" y="2777000"/>
              <a:ext cx="107650" cy="107350"/>
            </a:xfrm>
            <a:custGeom>
              <a:avLst/>
              <a:gdLst/>
              <a:ahLst/>
              <a:cxnLst/>
              <a:rect l="l" t="t" r="r" b="b"/>
              <a:pathLst>
                <a:path w="4306" h="4294" extrusionOk="0">
                  <a:moveTo>
                    <a:pt x="0" y="1"/>
                  </a:moveTo>
                  <a:lnTo>
                    <a:pt x="4306" y="4293"/>
                  </a:lnTo>
                  <a:lnTo>
                    <a:pt x="4046" y="2992"/>
                  </a:lnTo>
                  <a:lnTo>
                    <a:pt x="1301" y="26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8"/>
            <p:cNvSpPr/>
            <p:nvPr/>
          </p:nvSpPr>
          <p:spPr>
            <a:xfrm>
              <a:off x="4900413" y="2917475"/>
              <a:ext cx="25050" cy="25400"/>
            </a:xfrm>
            <a:custGeom>
              <a:avLst/>
              <a:gdLst/>
              <a:ahLst/>
              <a:cxnLst/>
              <a:rect l="l" t="t" r="r" b="b"/>
              <a:pathLst>
                <a:path w="1002" h="1016" extrusionOk="0">
                  <a:moveTo>
                    <a:pt x="729" y="1"/>
                  </a:moveTo>
                  <a:lnTo>
                    <a:pt x="0" y="209"/>
                  </a:lnTo>
                  <a:cubicBezTo>
                    <a:pt x="169" y="560"/>
                    <a:pt x="455" y="846"/>
                    <a:pt x="807" y="1015"/>
                  </a:cubicBezTo>
                  <a:lnTo>
                    <a:pt x="1002" y="274"/>
                  </a:lnTo>
                  <a:cubicBezTo>
                    <a:pt x="898" y="196"/>
                    <a:pt x="807" y="105"/>
                    <a:pt x="7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8"/>
            <p:cNvSpPr/>
            <p:nvPr/>
          </p:nvSpPr>
          <p:spPr>
            <a:xfrm>
              <a:off x="4929663" y="2893100"/>
              <a:ext cx="24100" cy="18250"/>
            </a:xfrm>
            <a:custGeom>
              <a:avLst/>
              <a:gdLst/>
              <a:ahLst/>
              <a:cxnLst/>
              <a:rect l="l" t="t" r="r" b="b"/>
              <a:pathLst>
                <a:path w="964" h="730" extrusionOk="0">
                  <a:moveTo>
                    <a:pt x="456" y="0"/>
                  </a:moveTo>
                  <a:cubicBezTo>
                    <a:pt x="430" y="0"/>
                    <a:pt x="391" y="0"/>
                    <a:pt x="365" y="13"/>
                  </a:cubicBezTo>
                  <a:cubicBezTo>
                    <a:pt x="53" y="104"/>
                    <a:pt x="1" y="521"/>
                    <a:pt x="274" y="690"/>
                  </a:cubicBezTo>
                  <a:cubicBezTo>
                    <a:pt x="333" y="715"/>
                    <a:pt x="392" y="729"/>
                    <a:pt x="454" y="729"/>
                  </a:cubicBezTo>
                  <a:cubicBezTo>
                    <a:pt x="488" y="729"/>
                    <a:pt x="523" y="725"/>
                    <a:pt x="560" y="716"/>
                  </a:cubicBezTo>
                  <a:cubicBezTo>
                    <a:pt x="963" y="612"/>
                    <a:pt x="885" y="0"/>
                    <a:pt x="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8"/>
            <p:cNvSpPr/>
            <p:nvPr/>
          </p:nvSpPr>
          <p:spPr>
            <a:xfrm>
              <a:off x="4916013" y="2856600"/>
              <a:ext cx="28000" cy="21225"/>
            </a:xfrm>
            <a:custGeom>
              <a:avLst/>
              <a:gdLst/>
              <a:ahLst/>
              <a:cxnLst/>
              <a:rect l="l" t="t" r="r" b="b"/>
              <a:pathLst>
                <a:path w="1120" h="849" extrusionOk="0">
                  <a:moveTo>
                    <a:pt x="1019" y="0"/>
                  </a:moveTo>
                  <a:cubicBezTo>
                    <a:pt x="857" y="0"/>
                    <a:pt x="695" y="25"/>
                    <a:pt x="534" y="69"/>
                  </a:cubicBezTo>
                  <a:cubicBezTo>
                    <a:pt x="352" y="121"/>
                    <a:pt x="170" y="199"/>
                    <a:pt x="0" y="303"/>
                  </a:cubicBezTo>
                  <a:lnTo>
                    <a:pt x="547" y="849"/>
                  </a:lnTo>
                  <a:cubicBezTo>
                    <a:pt x="664" y="784"/>
                    <a:pt x="794" y="745"/>
                    <a:pt x="924" y="745"/>
                  </a:cubicBezTo>
                  <a:lnTo>
                    <a:pt x="1119" y="3"/>
                  </a:lnTo>
                  <a:cubicBezTo>
                    <a:pt x="1086" y="1"/>
                    <a:pt x="1052" y="0"/>
                    <a:pt x="1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8"/>
            <p:cNvSpPr/>
            <p:nvPr/>
          </p:nvSpPr>
          <p:spPr>
            <a:xfrm>
              <a:off x="4836988" y="2784475"/>
              <a:ext cx="221475" cy="221475"/>
            </a:xfrm>
            <a:custGeom>
              <a:avLst/>
              <a:gdLst/>
              <a:ahLst/>
              <a:cxnLst/>
              <a:rect l="l" t="t" r="r" b="b"/>
              <a:pathLst>
                <a:path w="8859" h="8859" extrusionOk="0">
                  <a:moveTo>
                    <a:pt x="4160" y="2146"/>
                  </a:moveTo>
                  <a:cubicBezTo>
                    <a:pt x="4506" y="2146"/>
                    <a:pt x="4808" y="2229"/>
                    <a:pt x="5191" y="2329"/>
                  </a:cubicBezTo>
                  <a:lnTo>
                    <a:pt x="5178" y="2342"/>
                  </a:lnTo>
                  <a:lnTo>
                    <a:pt x="4787" y="3812"/>
                  </a:lnTo>
                  <a:cubicBezTo>
                    <a:pt x="4891" y="3890"/>
                    <a:pt x="4996" y="3981"/>
                    <a:pt x="5074" y="4098"/>
                  </a:cubicBezTo>
                  <a:lnTo>
                    <a:pt x="6543" y="3695"/>
                  </a:lnTo>
                  <a:lnTo>
                    <a:pt x="6647" y="4059"/>
                  </a:lnTo>
                  <a:cubicBezTo>
                    <a:pt x="6869" y="4931"/>
                    <a:pt x="6621" y="5880"/>
                    <a:pt x="5984" y="6518"/>
                  </a:cubicBezTo>
                  <a:lnTo>
                    <a:pt x="5724" y="6778"/>
                  </a:lnTo>
                  <a:lnTo>
                    <a:pt x="4644" y="5698"/>
                  </a:lnTo>
                  <a:cubicBezTo>
                    <a:pt x="4514" y="5763"/>
                    <a:pt x="4384" y="5789"/>
                    <a:pt x="4254" y="5802"/>
                  </a:cubicBezTo>
                  <a:lnTo>
                    <a:pt x="3864" y="7285"/>
                  </a:lnTo>
                  <a:lnTo>
                    <a:pt x="3513" y="7181"/>
                  </a:lnTo>
                  <a:cubicBezTo>
                    <a:pt x="2628" y="6947"/>
                    <a:pt x="1939" y="6257"/>
                    <a:pt x="1705" y="5373"/>
                  </a:cubicBezTo>
                  <a:lnTo>
                    <a:pt x="1601" y="5022"/>
                  </a:lnTo>
                  <a:lnTo>
                    <a:pt x="3083" y="4631"/>
                  </a:lnTo>
                  <a:cubicBezTo>
                    <a:pt x="3096" y="4488"/>
                    <a:pt x="3135" y="4358"/>
                    <a:pt x="3187" y="4241"/>
                  </a:cubicBezTo>
                  <a:lnTo>
                    <a:pt x="2108" y="3162"/>
                  </a:lnTo>
                  <a:cubicBezTo>
                    <a:pt x="2550" y="2719"/>
                    <a:pt x="2836" y="2420"/>
                    <a:pt x="3513" y="2238"/>
                  </a:cubicBezTo>
                  <a:cubicBezTo>
                    <a:pt x="3757" y="2172"/>
                    <a:pt x="3965" y="2146"/>
                    <a:pt x="4160" y="2146"/>
                  </a:cubicBezTo>
                  <a:close/>
                  <a:moveTo>
                    <a:pt x="4124" y="1"/>
                  </a:moveTo>
                  <a:lnTo>
                    <a:pt x="2069" y="1614"/>
                  </a:lnTo>
                  <a:cubicBezTo>
                    <a:pt x="937" y="2498"/>
                    <a:pt x="196" y="3773"/>
                    <a:pt x="1" y="5191"/>
                  </a:cubicBezTo>
                  <a:lnTo>
                    <a:pt x="3669" y="8859"/>
                  </a:lnTo>
                  <a:cubicBezTo>
                    <a:pt x="5087" y="8664"/>
                    <a:pt x="6361" y="7922"/>
                    <a:pt x="7246" y="6804"/>
                  </a:cubicBezTo>
                  <a:lnTo>
                    <a:pt x="8859" y="4736"/>
                  </a:lnTo>
                  <a:lnTo>
                    <a:pt x="41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8"/>
            <p:cNvSpPr/>
            <p:nvPr/>
          </p:nvSpPr>
          <p:spPr>
            <a:xfrm>
              <a:off x="4965763" y="2899600"/>
              <a:ext cx="21500" cy="28000"/>
            </a:xfrm>
            <a:custGeom>
              <a:avLst/>
              <a:gdLst/>
              <a:ahLst/>
              <a:cxnLst/>
              <a:rect l="l" t="t" r="r" b="b"/>
              <a:pathLst>
                <a:path w="860" h="1120" extrusionOk="0">
                  <a:moveTo>
                    <a:pt x="846" y="0"/>
                  </a:moveTo>
                  <a:lnTo>
                    <a:pt x="105" y="196"/>
                  </a:lnTo>
                  <a:cubicBezTo>
                    <a:pt x="92" y="326"/>
                    <a:pt x="66" y="456"/>
                    <a:pt x="1" y="573"/>
                  </a:cubicBezTo>
                  <a:lnTo>
                    <a:pt x="547" y="1119"/>
                  </a:lnTo>
                  <a:cubicBezTo>
                    <a:pt x="755" y="781"/>
                    <a:pt x="859" y="391"/>
                    <a:pt x="8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8"/>
            <p:cNvSpPr/>
            <p:nvPr/>
          </p:nvSpPr>
          <p:spPr>
            <a:xfrm>
              <a:off x="5008363" y="2694725"/>
              <a:ext cx="59525" cy="68650"/>
            </a:xfrm>
            <a:custGeom>
              <a:avLst/>
              <a:gdLst/>
              <a:ahLst/>
              <a:cxnLst/>
              <a:rect l="l" t="t" r="r" b="b"/>
              <a:pathLst>
                <a:path w="2381" h="2746" extrusionOk="0">
                  <a:moveTo>
                    <a:pt x="2004" y="1"/>
                  </a:moveTo>
                  <a:lnTo>
                    <a:pt x="1" y="1978"/>
                  </a:lnTo>
                  <a:lnTo>
                    <a:pt x="261" y="2745"/>
                  </a:lnTo>
                  <a:lnTo>
                    <a:pt x="2381" y="6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5" name="Google Shape;1665;p48"/>
          <p:cNvGrpSpPr/>
          <p:nvPr/>
        </p:nvGrpSpPr>
        <p:grpSpPr>
          <a:xfrm>
            <a:off x="8230993" y="4281600"/>
            <a:ext cx="863343" cy="805960"/>
            <a:chOff x="7939225" y="342675"/>
            <a:chExt cx="1204777" cy="1124700"/>
          </a:xfrm>
        </p:grpSpPr>
        <p:sp>
          <p:nvSpPr>
            <p:cNvPr id="1666" name="Google Shape;1666;p48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8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8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8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8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8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43"/>
          <p:cNvSpPr/>
          <p:nvPr/>
        </p:nvSpPr>
        <p:spPr>
          <a:xfrm>
            <a:off x="2064549" y="1687956"/>
            <a:ext cx="6093000" cy="1595438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43"/>
          <p:cNvSpPr txBox="1">
            <a:spLocks noGrp="1"/>
          </p:cNvSpPr>
          <p:nvPr>
            <p:ph type="title" idx="2"/>
          </p:nvPr>
        </p:nvSpPr>
        <p:spPr>
          <a:xfrm>
            <a:off x="398870" y="1677731"/>
            <a:ext cx="2530306" cy="163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94.3%</a:t>
            </a:r>
            <a:endParaRPr dirty="0"/>
          </a:p>
        </p:txBody>
      </p:sp>
      <p:sp>
        <p:nvSpPr>
          <p:cNvPr id="1331" name="Google Shape;1331;p43"/>
          <p:cNvSpPr txBox="1">
            <a:spLocks noGrp="1"/>
          </p:cNvSpPr>
          <p:nvPr>
            <p:ph type="title"/>
          </p:nvPr>
        </p:nvSpPr>
        <p:spPr>
          <a:xfrm>
            <a:off x="3121376" y="1719700"/>
            <a:ext cx="37593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Финальный результат</a:t>
            </a:r>
            <a:endParaRPr dirty="0"/>
          </a:p>
        </p:txBody>
      </p:sp>
      <p:sp>
        <p:nvSpPr>
          <p:cNvPr id="1332" name="Google Shape;1332;p43"/>
          <p:cNvSpPr txBox="1">
            <a:spLocks noGrp="1"/>
          </p:cNvSpPr>
          <p:nvPr>
            <p:ph type="subTitle" idx="1"/>
          </p:nvPr>
        </p:nvSpPr>
        <p:spPr>
          <a:xfrm>
            <a:off x="6091028" y="4625400"/>
            <a:ext cx="2524179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БОМБИЧЕСКИЙ РЕЗУЛЬТАТ</a:t>
            </a:r>
            <a:endParaRPr dirty="0"/>
          </a:p>
        </p:txBody>
      </p:sp>
      <p:grpSp>
        <p:nvGrpSpPr>
          <p:cNvPr id="1333" name="Google Shape;1333;p43"/>
          <p:cNvGrpSpPr/>
          <p:nvPr/>
        </p:nvGrpSpPr>
        <p:grpSpPr>
          <a:xfrm>
            <a:off x="6845675" y="-37925"/>
            <a:ext cx="1036337" cy="4625852"/>
            <a:chOff x="7650050" y="-37925"/>
            <a:chExt cx="1036337" cy="4625852"/>
          </a:xfrm>
        </p:grpSpPr>
        <p:sp>
          <p:nvSpPr>
            <p:cNvPr id="1334" name="Google Shape;1334;p43"/>
            <p:cNvSpPr/>
            <p:nvPr/>
          </p:nvSpPr>
          <p:spPr>
            <a:xfrm>
              <a:off x="7955950" y="-37925"/>
              <a:ext cx="440100" cy="2972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5" name="Google Shape;1335;p43"/>
            <p:cNvGrpSpPr/>
            <p:nvPr/>
          </p:nvGrpSpPr>
          <p:grpSpPr>
            <a:xfrm>
              <a:off x="7650050" y="2062725"/>
              <a:ext cx="1036337" cy="2525202"/>
              <a:chOff x="7659925" y="355150"/>
              <a:chExt cx="1036337" cy="2525202"/>
            </a:xfrm>
          </p:grpSpPr>
          <p:sp>
            <p:nvSpPr>
              <p:cNvPr id="1336" name="Google Shape;1336;p43"/>
              <p:cNvSpPr/>
              <p:nvPr/>
            </p:nvSpPr>
            <p:spPr>
              <a:xfrm>
                <a:off x="8273629" y="355150"/>
                <a:ext cx="381426" cy="931379"/>
              </a:xfrm>
              <a:custGeom>
                <a:avLst/>
                <a:gdLst/>
                <a:ahLst/>
                <a:cxnLst/>
                <a:rect l="l" t="t" r="r" b="b"/>
                <a:pathLst>
                  <a:path w="4092" h="9992" extrusionOk="0">
                    <a:moveTo>
                      <a:pt x="4091" y="1"/>
                    </a:moveTo>
                    <a:lnTo>
                      <a:pt x="1" y="1757"/>
                    </a:lnTo>
                    <a:lnTo>
                      <a:pt x="1" y="5687"/>
                    </a:lnTo>
                    <a:cubicBezTo>
                      <a:pt x="1" y="5687"/>
                      <a:pt x="886" y="6827"/>
                      <a:pt x="2589" y="9992"/>
                    </a:cubicBezTo>
                    <a:lnTo>
                      <a:pt x="4091" y="6921"/>
                    </a:lnTo>
                    <a:lnTo>
                      <a:pt x="409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3"/>
              <p:cNvSpPr/>
              <p:nvPr/>
            </p:nvSpPr>
            <p:spPr>
              <a:xfrm>
                <a:off x="8274934" y="355150"/>
                <a:ext cx="380121" cy="246361"/>
              </a:xfrm>
              <a:custGeom>
                <a:avLst/>
                <a:gdLst/>
                <a:ahLst/>
                <a:cxnLst/>
                <a:rect l="l" t="t" r="r" b="b"/>
                <a:pathLst>
                  <a:path w="4078" h="2643" extrusionOk="0">
                    <a:moveTo>
                      <a:pt x="4077" y="1"/>
                    </a:moveTo>
                    <a:lnTo>
                      <a:pt x="2884" y="510"/>
                    </a:lnTo>
                    <a:lnTo>
                      <a:pt x="0" y="1757"/>
                    </a:lnTo>
                    <a:lnTo>
                      <a:pt x="0" y="2643"/>
                    </a:lnTo>
                    <a:lnTo>
                      <a:pt x="2884" y="1409"/>
                    </a:lnTo>
                    <a:lnTo>
                      <a:pt x="4077" y="886"/>
                    </a:lnTo>
                    <a:lnTo>
                      <a:pt x="40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3"/>
              <p:cNvSpPr/>
              <p:nvPr/>
            </p:nvSpPr>
            <p:spPr>
              <a:xfrm>
                <a:off x="7702429" y="355150"/>
                <a:ext cx="380027" cy="931379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9992" extrusionOk="0">
                    <a:moveTo>
                      <a:pt x="0" y="1"/>
                    </a:moveTo>
                    <a:lnTo>
                      <a:pt x="0" y="6921"/>
                    </a:lnTo>
                    <a:lnTo>
                      <a:pt x="1489" y="9992"/>
                    </a:lnTo>
                    <a:cubicBezTo>
                      <a:pt x="1703" y="9603"/>
                      <a:pt x="1891" y="9254"/>
                      <a:pt x="2079" y="8932"/>
                    </a:cubicBezTo>
                    <a:cubicBezTo>
                      <a:pt x="3406" y="6572"/>
                      <a:pt x="4077" y="5687"/>
                      <a:pt x="4077" y="5687"/>
                    </a:cubicBezTo>
                    <a:lnTo>
                      <a:pt x="4077" y="1757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3"/>
              <p:cNvSpPr/>
              <p:nvPr/>
            </p:nvSpPr>
            <p:spPr>
              <a:xfrm>
                <a:off x="7702429" y="355150"/>
                <a:ext cx="380027" cy="246361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2643" extrusionOk="0">
                    <a:moveTo>
                      <a:pt x="0" y="1"/>
                    </a:moveTo>
                    <a:lnTo>
                      <a:pt x="0" y="886"/>
                    </a:lnTo>
                    <a:lnTo>
                      <a:pt x="1194" y="1409"/>
                    </a:lnTo>
                    <a:lnTo>
                      <a:pt x="4077" y="2643"/>
                    </a:lnTo>
                    <a:lnTo>
                      <a:pt x="4077" y="1757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3"/>
              <p:cNvSpPr/>
              <p:nvPr/>
            </p:nvSpPr>
            <p:spPr>
              <a:xfrm>
                <a:off x="7702429" y="437642"/>
                <a:ext cx="191272" cy="848886"/>
              </a:xfrm>
              <a:custGeom>
                <a:avLst/>
                <a:gdLst/>
                <a:ahLst/>
                <a:cxnLst/>
                <a:rect l="l" t="t" r="r" b="b"/>
                <a:pathLst>
                  <a:path w="2052" h="9107" extrusionOk="0">
                    <a:moveTo>
                      <a:pt x="0" y="1"/>
                    </a:moveTo>
                    <a:lnTo>
                      <a:pt x="0" y="6036"/>
                    </a:lnTo>
                    <a:lnTo>
                      <a:pt x="1489" y="9107"/>
                    </a:lnTo>
                    <a:cubicBezTo>
                      <a:pt x="1502" y="9093"/>
                      <a:pt x="1515" y="9080"/>
                      <a:pt x="1515" y="9067"/>
                    </a:cubicBezTo>
                    <a:cubicBezTo>
                      <a:pt x="1690" y="8691"/>
                      <a:pt x="1878" y="8342"/>
                      <a:pt x="2052" y="8007"/>
                    </a:cubicBezTo>
                    <a:lnTo>
                      <a:pt x="1194" y="5996"/>
                    </a:lnTo>
                    <a:lnTo>
                      <a:pt x="1194" y="52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3"/>
              <p:cNvSpPr/>
              <p:nvPr/>
            </p:nvSpPr>
            <p:spPr>
              <a:xfrm>
                <a:off x="7702429" y="355150"/>
                <a:ext cx="111296" cy="131336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1409" extrusionOk="0">
                    <a:moveTo>
                      <a:pt x="0" y="1"/>
                    </a:moveTo>
                    <a:lnTo>
                      <a:pt x="0" y="886"/>
                    </a:lnTo>
                    <a:lnTo>
                      <a:pt x="1194" y="1409"/>
                    </a:lnTo>
                    <a:lnTo>
                      <a:pt x="1194" y="51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43"/>
              <p:cNvSpPr/>
              <p:nvPr/>
            </p:nvSpPr>
            <p:spPr>
              <a:xfrm>
                <a:off x="8462382" y="437642"/>
                <a:ext cx="192670" cy="848886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9107" extrusionOk="0">
                    <a:moveTo>
                      <a:pt x="2066" y="1"/>
                    </a:moveTo>
                    <a:lnTo>
                      <a:pt x="873" y="524"/>
                    </a:lnTo>
                    <a:lnTo>
                      <a:pt x="873" y="5996"/>
                    </a:lnTo>
                    <a:lnTo>
                      <a:pt x="1" y="8007"/>
                    </a:lnTo>
                    <a:cubicBezTo>
                      <a:pt x="189" y="8342"/>
                      <a:pt x="363" y="8691"/>
                      <a:pt x="537" y="9067"/>
                    </a:cubicBezTo>
                    <a:cubicBezTo>
                      <a:pt x="551" y="9080"/>
                      <a:pt x="564" y="9093"/>
                      <a:pt x="564" y="9107"/>
                    </a:cubicBezTo>
                    <a:lnTo>
                      <a:pt x="2066" y="6036"/>
                    </a:lnTo>
                    <a:lnTo>
                      <a:pt x="20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43"/>
              <p:cNvSpPr/>
              <p:nvPr/>
            </p:nvSpPr>
            <p:spPr>
              <a:xfrm>
                <a:off x="8543663" y="355150"/>
                <a:ext cx="111389" cy="131336"/>
              </a:xfrm>
              <a:custGeom>
                <a:avLst/>
                <a:gdLst/>
                <a:ahLst/>
                <a:cxnLst/>
                <a:rect l="l" t="t" r="r" b="b"/>
                <a:pathLst>
                  <a:path w="1195" h="1409" extrusionOk="0">
                    <a:moveTo>
                      <a:pt x="1194" y="1"/>
                    </a:moveTo>
                    <a:lnTo>
                      <a:pt x="1" y="510"/>
                    </a:lnTo>
                    <a:lnTo>
                      <a:pt x="1" y="1409"/>
                    </a:lnTo>
                    <a:lnTo>
                      <a:pt x="1194" y="886"/>
                    </a:lnTo>
                    <a:lnTo>
                      <a:pt x="119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43"/>
              <p:cNvSpPr/>
              <p:nvPr/>
            </p:nvSpPr>
            <p:spPr>
              <a:xfrm>
                <a:off x="7883633" y="2652820"/>
                <a:ext cx="588917" cy="227532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2441" extrusionOk="0">
                    <a:moveTo>
                      <a:pt x="14" y="0"/>
                    </a:moveTo>
                    <a:cubicBezTo>
                      <a:pt x="1" y="1341"/>
                      <a:pt x="1100" y="2441"/>
                      <a:pt x="2455" y="2441"/>
                    </a:cubicBezTo>
                    <a:lnTo>
                      <a:pt x="3863" y="2441"/>
                    </a:lnTo>
                    <a:cubicBezTo>
                      <a:pt x="5218" y="2441"/>
                      <a:pt x="6317" y="1341"/>
                      <a:pt x="6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43"/>
              <p:cNvSpPr/>
              <p:nvPr/>
            </p:nvSpPr>
            <p:spPr>
              <a:xfrm>
                <a:off x="7662348" y="1951495"/>
                <a:ext cx="1033913" cy="896425"/>
              </a:xfrm>
              <a:custGeom>
                <a:avLst/>
                <a:gdLst/>
                <a:ahLst/>
                <a:cxnLst/>
                <a:rect l="l" t="t" r="r" b="b"/>
                <a:pathLst>
                  <a:path w="11092" h="9617" extrusionOk="0">
                    <a:moveTo>
                      <a:pt x="1" y="1"/>
                    </a:moveTo>
                    <a:lnTo>
                      <a:pt x="1" y="4091"/>
                    </a:lnTo>
                    <a:cubicBezTo>
                      <a:pt x="1" y="5499"/>
                      <a:pt x="524" y="6854"/>
                      <a:pt x="1489" y="7886"/>
                    </a:cubicBezTo>
                    <a:lnTo>
                      <a:pt x="1516" y="7913"/>
                    </a:lnTo>
                    <a:lnTo>
                      <a:pt x="1543" y="7927"/>
                    </a:lnTo>
                    <a:lnTo>
                      <a:pt x="1583" y="7980"/>
                    </a:lnTo>
                    <a:lnTo>
                      <a:pt x="1610" y="8007"/>
                    </a:lnTo>
                    <a:lnTo>
                      <a:pt x="1637" y="8034"/>
                    </a:lnTo>
                    <a:lnTo>
                      <a:pt x="1677" y="8061"/>
                    </a:lnTo>
                    <a:lnTo>
                      <a:pt x="1717" y="8114"/>
                    </a:lnTo>
                    <a:lnTo>
                      <a:pt x="1758" y="8141"/>
                    </a:lnTo>
                    <a:lnTo>
                      <a:pt x="1758" y="8155"/>
                    </a:lnTo>
                    <a:lnTo>
                      <a:pt x="1798" y="8181"/>
                    </a:lnTo>
                    <a:lnTo>
                      <a:pt x="1865" y="8248"/>
                    </a:lnTo>
                    <a:lnTo>
                      <a:pt x="1892" y="8275"/>
                    </a:lnTo>
                    <a:lnTo>
                      <a:pt x="1905" y="8275"/>
                    </a:lnTo>
                    <a:lnTo>
                      <a:pt x="1932" y="8302"/>
                    </a:lnTo>
                    <a:cubicBezTo>
                      <a:pt x="1959" y="8315"/>
                      <a:pt x="1972" y="8342"/>
                      <a:pt x="1999" y="8356"/>
                    </a:cubicBezTo>
                    <a:lnTo>
                      <a:pt x="2039" y="8396"/>
                    </a:lnTo>
                    <a:lnTo>
                      <a:pt x="2093" y="8436"/>
                    </a:lnTo>
                    <a:lnTo>
                      <a:pt x="2133" y="8463"/>
                    </a:lnTo>
                    <a:lnTo>
                      <a:pt x="2147" y="8476"/>
                    </a:lnTo>
                    <a:lnTo>
                      <a:pt x="2200" y="8517"/>
                    </a:lnTo>
                    <a:lnTo>
                      <a:pt x="2241" y="8543"/>
                    </a:lnTo>
                    <a:lnTo>
                      <a:pt x="2294" y="8584"/>
                    </a:lnTo>
                    <a:lnTo>
                      <a:pt x="2334" y="8624"/>
                    </a:lnTo>
                    <a:lnTo>
                      <a:pt x="2388" y="8651"/>
                    </a:lnTo>
                    <a:lnTo>
                      <a:pt x="2482" y="8718"/>
                    </a:lnTo>
                    <a:lnTo>
                      <a:pt x="2509" y="8731"/>
                    </a:lnTo>
                    <a:lnTo>
                      <a:pt x="2536" y="8745"/>
                    </a:lnTo>
                    <a:lnTo>
                      <a:pt x="2603" y="8798"/>
                    </a:lnTo>
                    <a:lnTo>
                      <a:pt x="2656" y="8825"/>
                    </a:lnTo>
                    <a:lnTo>
                      <a:pt x="2696" y="8852"/>
                    </a:lnTo>
                    <a:lnTo>
                      <a:pt x="2777" y="8892"/>
                    </a:lnTo>
                    <a:lnTo>
                      <a:pt x="2817" y="8906"/>
                    </a:lnTo>
                    <a:lnTo>
                      <a:pt x="2831" y="8919"/>
                    </a:lnTo>
                    <a:cubicBezTo>
                      <a:pt x="2844" y="8932"/>
                      <a:pt x="2857" y="8932"/>
                      <a:pt x="2871" y="8946"/>
                    </a:cubicBezTo>
                    <a:lnTo>
                      <a:pt x="2924" y="8973"/>
                    </a:lnTo>
                    <a:cubicBezTo>
                      <a:pt x="2951" y="8986"/>
                      <a:pt x="2965" y="8999"/>
                      <a:pt x="2992" y="8999"/>
                    </a:cubicBezTo>
                    <a:lnTo>
                      <a:pt x="3045" y="9026"/>
                    </a:lnTo>
                    <a:lnTo>
                      <a:pt x="3099" y="9053"/>
                    </a:lnTo>
                    <a:cubicBezTo>
                      <a:pt x="3729" y="9362"/>
                      <a:pt x="4413" y="9549"/>
                      <a:pt x="5110" y="9603"/>
                    </a:cubicBezTo>
                    <a:cubicBezTo>
                      <a:pt x="5258" y="9616"/>
                      <a:pt x="5392" y="9616"/>
                      <a:pt x="5540" y="9616"/>
                    </a:cubicBezTo>
                    <a:cubicBezTo>
                      <a:pt x="8597" y="9616"/>
                      <a:pt x="11092" y="7135"/>
                      <a:pt x="11092" y="4064"/>
                    </a:cubicBezTo>
                    <a:lnTo>
                      <a:pt x="1109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43"/>
              <p:cNvSpPr/>
              <p:nvPr/>
            </p:nvSpPr>
            <p:spPr>
              <a:xfrm>
                <a:off x="7659925" y="853926"/>
                <a:ext cx="1036337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11118" h="11776" extrusionOk="0">
                    <a:moveTo>
                      <a:pt x="4748" y="1"/>
                    </a:moveTo>
                    <a:cubicBezTo>
                      <a:pt x="4694" y="1"/>
                      <a:pt x="4640" y="27"/>
                      <a:pt x="4613" y="68"/>
                    </a:cubicBezTo>
                    <a:cubicBezTo>
                      <a:pt x="4573" y="135"/>
                      <a:pt x="4479" y="255"/>
                      <a:pt x="4372" y="416"/>
                    </a:cubicBezTo>
                    <a:cubicBezTo>
                      <a:pt x="3393" y="1865"/>
                      <a:pt x="282" y="6773"/>
                      <a:pt x="27" y="11199"/>
                    </a:cubicBezTo>
                    <a:cubicBezTo>
                      <a:pt x="0" y="11387"/>
                      <a:pt x="0" y="11588"/>
                      <a:pt x="0" y="11776"/>
                    </a:cubicBezTo>
                    <a:lnTo>
                      <a:pt x="11118" y="11776"/>
                    </a:lnTo>
                    <a:cubicBezTo>
                      <a:pt x="11118" y="11588"/>
                      <a:pt x="11118" y="11387"/>
                      <a:pt x="11104" y="11199"/>
                    </a:cubicBezTo>
                    <a:cubicBezTo>
                      <a:pt x="10836" y="6773"/>
                      <a:pt x="7738" y="1865"/>
                      <a:pt x="6759" y="416"/>
                    </a:cubicBezTo>
                    <a:cubicBezTo>
                      <a:pt x="6639" y="255"/>
                      <a:pt x="6558" y="135"/>
                      <a:pt x="6504" y="68"/>
                    </a:cubicBezTo>
                    <a:cubicBezTo>
                      <a:pt x="6478" y="27"/>
                      <a:pt x="6424" y="1"/>
                      <a:pt x="63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43"/>
              <p:cNvSpPr/>
              <p:nvPr/>
            </p:nvSpPr>
            <p:spPr>
              <a:xfrm>
                <a:off x="8067445" y="853926"/>
                <a:ext cx="222591" cy="38870"/>
              </a:xfrm>
              <a:custGeom>
                <a:avLst/>
                <a:gdLst/>
                <a:ahLst/>
                <a:cxnLst/>
                <a:rect l="l" t="t" r="r" b="b"/>
                <a:pathLst>
                  <a:path w="2388" h="417" extrusionOk="0">
                    <a:moveTo>
                      <a:pt x="376" y="1"/>
                    </a:moveTo>
                    <a:cubicBezTo>
                      <a:pt x="322" y="1"/>
                      <a:pt x="268" y="27"/>
                      <a:pt x="241" y="68"/>
                    </a:cubicBezTo>
                    <a:cubicBezTo>
                      <a:pt x="201" y="135"/>
                      <a:pt x="107" y="255"/>
                      <a:pt x="0" y="416"/>
                    </a:cubicBezTo>
                    <a:lnTo>
                      <a:pt x="2387" y="416"/>
                    </a:lnTo>
                    <a:cubicBezTo>
                      <a:pt x="2267" y="255"/>
                      <a:pt x="2186" y="135"/>
                      <a:pt x="2132" y="68"/>
                    </a:cubicBezTo>
                    <a:cubicBezTo>
                      <a:pt x="2106" y="27"/>
                      <a:pt x="2052" y="1"/>
                      <a:pt x="20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43"/>
              <p:cNvSpPr/>
              <p:nvPr/>
            </p:nvSpPr>
            <p:spPr>
              <a:xfrm>
                <a:off x="7967430" y="671418"/>
                <a:ext cx="422625" cy="20134"/>
              </a:xfrm>
              <a:custGeom>
                <a:avLst/>
                <a:gdLst/>
                <a:ahLst/>
                <a:cxnLst/>
                <a:rect l="l" t="t" r="r" b="b"/>
                <a:pathLst>
                  <a:path w="4534" h="216" extrusionOk="0">
                    <a:moveTo>
                      <a:pt x="107" y="1"/>
                    </a:moveTo>
                    <a:cubicBezTo>
                      <a:pt x="40" y="1"/>
                      <a:pt x="0" y="54"/>
                      <a:pt x="0" y="108"/>
                    </a:cubicBezTo>
                    <a:cubicBezTo>
                      <a:pt x="0" y="162"/>
                      <a:pt x="40" y="215"/>
                      <a:pt x="107" y="215"/>
                    </a:cubicBezTo>
                    <a:lnTo>
                      <a:pt x="4426" y="215"/>
                    </a:lnTo>
                    <a:cubicBezTo>
                      <a:pt x="4479" y="215"/>
                      <a:pt x="4533" y="162"/>
                      <a:pt x="4533" y="108"/>
                    </a:cubicBezTo>
                    <a:cubicBezTo>
                      <a:pt x="4533" y="54"/>
                      <a:pt x="4479" y="1"/>
                      <a:pt x="442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43"/>
              <p:cNvSpPr/>
              <p:nvPr/>
            </p:nvSpPr>
            <p:spPr>
              <a:xfrm>
                <a:off x="8167368" y="355150"/>
                <a:ext cx="21346" cy="1000170"/>
              </a:xfrm>
              <a:custGeom>
                <a:avLst/>
                <a:gdLst/>
                <a:ahLst/>
                <a:cxnLst/>
                <a:rect l="l" t="t" r="r" b="b"/>
                <a:pathLst>
                  <a:path w="229" h="10730" extrusionOk="0">
                    <a:moveTo>
                      <a:pt x="122" y="1"/>
                    </a:moveTo>
                    <a:cubicBezTo>
                      <a:pt x="55" y="1"/>
                      <a:pt x="1" y="54"/>
                      <a:pt x="1" y="108"/>
                    </a:cubicBezTo>
                    <a:lnTo>
                      <a:pt x="1" y="10622"/>
                    </a:lnTo>
                    <a:cubicBezTo>
                      <a:pt x="1" y="10676"/>
                      <a:pt x="55" y="10729"/>
                      <a:pt x="122" y="10729"/>
                    </a:cubicBezTo>
                    <a:cubicBezTo>
                      <a:pt x="175" y="10729"/>
                      <a:pt x="229" y="10676"/>
                      <a:pt x="229" y="10609"/>
                    </a:cubicBezTo>
                    <a:lnTo>
                      <a:pt x="229" y="108"/>
                    </a:lnTo>
                    <a:cubicBezTo>
                      <a:pt x="229" y="54"/>
                      <a:pt x="175" y="1"/>
                      <a:pt x="1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43"/>
              <p:cNvSpPr/>
              <p:nvPr/>
            </p:nvSpPr>
            <p:spPr>
              <a:xfrm>
                <a:off x="8406176" y="2012735"/>
                <a:ext cx="290077" cy="782705"/>
              </a:xfrm>
              <a:custGeom>
                <a:avLst/>
                <a:gdLst/>
                <a:ahLst/>
                <a:cxnLst/>
                <a:rect l="l" t="t" r="r" b="b"/>
                <a:pathLst>
                  <a:path w="3112" h="8397" extrusionOk="0">
                    <a:moveTo>
                      <a:pt x="1476" y="1"/>
                    </a:moveTo>
                    <a:cubicBezTo>
                      <a:pt x="1462" y="3394"/>
                      <a:pt x="1342" y="6264"/>
                      <a:pt x="0" y="8396"/>
                    </a:cubicBezTo>
                    <a:cubicBezTo>
                      <a:pt x="1905" y="7471"/>
                      <a:pt x="3112" y="5526"/>
                      <a:pt x="3112" y="3407"/>
                    </a:cubicBezTo>
                    <a:lnTo>
                      <a:pt x="311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43"/>
              <p:cNvSpPr/>
              <p:nvPr/>
            </p:nvSpPr>
            <p:spPr>
              <a:xfrm>
                <a:off x="8217423" y="853926"/>
                <a:ext cx="478833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5137" h="11776" extrusionOk="0">
                    <a:moveTo>
                      <a:pt x="27" y="1"/>
                    </a:moveTo>
                    <a:lnTo>
                      <a:pt x="0" y="14"/>
                    </a:lnTo>
                    <a:cubicBezTo>
                      <a:pt x="0" y="14"/>
                      <a:pt x="3501" y="5687"/>
                      <a:pt x="3501" y="11776"/>
                    </a:cubicBezTo>
                    <a:lnTo>
                      <a:pt x="5137" y="11776"/>
                    </a:lnTo>
                    <a:cubicBezTo>
                      <a:pt x="5137" y="7216"/>
                      <a:pt x="1797" y="1932"/>
                      <a:pt x="778" y="430"/>
                    </a:cubicBezTo>
                    <a:cubicBezTo>
                      <a:pt x="671" y="255"/>
                      <a:pt x="577" y="135"/>
                      <a:pt x="537" y="68"/>
                    </a:cubicBezTo>
                    <a:cubicBezTo>
                      <a:pt x="510" y="27"/>
                      <a:pt x="456" y="1"/>
                      <a:pt x="4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43"/>
              <p:cNvSpPr/>
              <p:nvPr/>
            </p:nvSpPr>
            <p:spPr>
              <a:xfrm>
                <a:off x="7812419" y="853926"/>
                <a:ext cx="341344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11776" extrusionOk="0">
                    <a:moveTo>
                      <a:pt x="3487" y="1"/>
                    </a:moveTo>
                    <a:lnTo>
                      <a:pt x="3500" y="14"/>
                    </a:lnTo>
                    <a:cubicBezTo>
                      <a:pt x="3500" y="14"/>
                      <a:pt x="0" y="5687"/>
                      <a:pt x="0" y="11776"/>
                    </a:cubicBezTo>
                    <a:lnTo>
                      <a:pt x="1180" y="11776"/>
                    </a:lnTo>
                    <a:cubicBezTo>
                      <a:pt x="1180" y="5191"/>
                      <a:pt x="3661" y="14"/>
                      <a:pt x="36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43"/>
              <p:cNvSpPr/>
              <p:nvPr/>
            </p:nvSpPr>
            <p:spPr>
              <a:xfrm>
                <a:off x="7813631" y="2012735"/>
                <a:ext cx="325125" cy="833879"/>
              </a:xfrm>
              <a:custGeom>
                <a:avLst/>
                <a:gdLst/>
                <a:ahLst/>
                <a:cxnLst/>
                <a:rect l="l" t="t" r="r" b="b"/>
                <a:pathLst>
                  <a:path w="3488" h="8946" extrusionOk="0">
                    <a:moveTo>
                      <a:pt x="1" y="1"/>
                    </a:moveTo>
                    <a:cubicBezTo>
                      <a:pt x="1" y="3394"/>
                      <a:pt x="135" y="6264"/>
                      <a:pt x="1476" y="8396"/>
                    </a:cubicBezTo>
                    <a:cubicBezTo>
                      <a:pt x="2106" y="8705"/>
                      <a:pt x="2790" y="8892"/>
                      <a:pt x="3487" y="8946"/>
                    </a:cubicBezTo>
                    <a:cubicBezTo>
                      <a:pt x="1543" y="6800"/>
                      <a:pt x="1208" y="3099"/>
                      <a:pt x="11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43"/>
              <p:cNvSpPr/>
              <p:nvPr/>
            </p:nvSpPr>
            <p:spPr>
              <a:xfrm>
                <a:off x="8202416" y="853926"/>
                <a:ext cx="341344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3662" h="11776" extrusionOk="0">
                    <a:moveTo>
                      <a:pt x="0" y="1"/>
                    </a:moveTo>
                    <a:cubicBezTo>
                      <a:pt x="0" y="14"/>
                      <a:pt x="2481" y="5191"/>
                      <a:pt x="2481" y="11776"/>
                    </a:cubicBezTo>
                    <a:lnTo>
                      <a:pt x="3662" y="11776"/>
                    </a:lnTo>
                    <a:cubicBezTo>
                      <a:pt x="3662" y="5687"/>
                      <a:pt x="161" y="14"/>
                      <a:pt x="161" y="14"/>
                    </a:cubicBez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43"/>
              <p:cNvSpPr/>
              <p:nvPr/>
            </p:nvSpPr>
            <p:spPr>
              <a:xfrm>
                <a:off x="8216118" y="2012735"/>
                <a:ext cx="326430" cy="833879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8946" extrusionOk="0">
                    <a:moveTo>
                      <a:pt x="2321" y="1"/>
                    </a:moveTo>
                    <a:cubicBezTo>
                      <a:pt x="2294" y="3099"/>
                      <a:pt x="1959" y="6800"/>
                      <a:pt x="1" y="8946"/>
                    </a:cubicBezTo>
                    <a:cubicBezTo>
                      <a:pt x="712" y="8892"/>
                      <a:pt x="1382" y="8705"/>
                      <a:pt x="2013" y="8396"/>
                    </a:cubicBezTo>
                    <a:cubicBezTo>
                      <a:pt x="3354" y="6264"/>
                      <a:pt x="3488" y="3394"/>
                      <a:pt x="35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43"/>
              <p:cNvSpPr/>
              <p:nvPr/>
            </p:nvSpPr>
            <p:spPr>
              <a:xfrm>
                <a:off x="8064929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54" y="0"/>
                      <a:pt x="0" y="41"/>
                      <a:pt x="0" y="108"/>
                    </a:cubicBezTo>
                    <a:cubicBezTo>
                      <a:pt x="0" y="161"/>
                      <a:pt x="54" y="201"/>
                      <a:pt x="108" y="201"/>
                    </a:cubicBezTo>
                    <a:cubicBezTo>
                      <a:pt x="161" y="201"/>
                      <a:pt x="201" y="161"/>
                      <a:pt x="201" y="108"/>
                    </a:cubicBezTo>
                    <a:cubicBezTo>
                      <a:pt x="201" y="41"/>
                      <a:pt x="161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43"/>
              <p:cNvSpPr/>
              <p:nvPr/>
            </p:nvSpPr>
            <p:spPr>
              <a:xfrm>
                <a:off x="8272417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41" y="0"/>
                      <a:pt x="0" y="41"/>
                      <a:pt x="0" y="108"/>
                    </a:cubicBezTo>
                    <a:cubicBezTo>
                      <a:pt x="0" y="161"/>
                      <a:pt x="41" y="201"/>
                      <a:pt x="108" y="201"/>
                    </a:cubicBezTo>
                    <a:cubicBezTo>
                      <a:pt x="161" y="201"/>
                      <a:pt x="202" y="161"/>
                      <a:pt x="202" y="108"/>
                    </a:cubicBezTo>
                    <a:cubicBezTo>
                      <a:pt x="202" y="41"/>
                      <a:pt x="161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43"/>
              <p:cNvSpPr/>
              <p:nvPr/>
            </p:nvSpPr>
            <p:spPr>
              <a:xfrm>
                <a:off x="8479906" y="2622806"/>
                <a:ext cx="18829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02" extrusionOk="0">
                    <a:moveTo>
                      <a:pt x="108" y="0"/>
                    </a:moveTo>
                    <a:cubicBezTo>
                      <a:pt x="41" y="0"/>
                      <a:pt x="1" y="41"/>
                      <a:pt x="1" y="108"/>
                    </a:cubicBezTo>
                    <a:cubicBezTo>
                      <a:pt x="1" y="161"/>
                      <a:pt x="41" y="201"/>
                      <a:pt x="108" y="201"/>
                    </a:cubicBezTo>
                    <a:cubicBezTo>
                      <a:pt x="162" y="201"/>
                      <a:pt x="202" y="161"/>
                      <a:pt x="202" y="108"/>
                    </a:cubicBezTo>
                    <a:cubicBezTo>
                      <a:pt x="202" y="41"/>
                      <a:pt x="162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43"/>
              <p:cNvSpPr/>
              <p:nvPr/>
            </p:nvSpPr>
            <p:spPr>
              <a:xfrm>
                <a:off x="7659925" y="2012735"/>
                <a:ext cx="291289" cy="782705"/>
              </a:xfrm>
              <a:custGeom>
                <a:avLst/>
                <a:gdLst/>
                <a:ahLst/>
                <a:cxnLst/>
                <a:rect l="l" t="t" r="r" b="b"/>
                <a:pathLst>
                  <a:path w="3125" h="8397" extrusionOk="0">
                    <a:moveTo>
                      <a:pt x="0" y="1"/>
                    </a:moveTo>
                    <a:lnTo>
                      <a:pt x="0" y="3407"/>
                    </a:lnTo>
                    <a:cubicBezTo>
                      <a:pt x="0" y="5526"/>
                      <a:pt x="1220" y="7471"/>
                      <a:pt x="3125" y="8396"/>
                    </a:cubicBezTo>
                    <a:cubicBezTo>
                      <a:pt x="1770" y="6264"/>
                      <a:pt x="1650" y="3394"/>
                      <a:pt x="165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43"/>
              <p:cNvSpPr/>
              <p:nvPr/>
            </p:nvSpPr>
            <p:spPr>
              <a:xfrm>
                <a:off x="7661137" y="853926"/>
                <a:ext cx="477621" cy="1097670"/>
              </a:xfrm>
              <a:custGeom>
                <a:avLst/>
                <a:gdLst/>
                <a:ahLst/>
                <a:cxnLst/>
                <a:rect l="l" t="t" r="r" b="b"/>
                <a:pathLst>
                  <a:path w="5124" h="11776" extrusionOk="0">
                    <a:moveTo>
                      <a:pt x="4735" y="1"/>
                    </a:moveTo>
                    <a:cubicBezTo>
                      <a:pt x="4681" y="1"/>
                      <a:pt x="4641" y="27"/>
                      <a:pt x="4614" y="68"/>
                    </a:cubicBezTo>
                    <a:cubicBezTo>
                      <a:pt x="4560" y="135"/>
                      <a:pt x="4480" y="255"/>
                      <a:pt x="4359" y="416"/>
                    </a:cubicBezTo>
                    <a:cubicBezTo>
                      <a:pt x="3688" y="1422"/>
                      <a:pt x="3058" y="2468"/>
                      <a:pt x="2495" y="3528"/>
                    </a:cubicBezTo>
                    <a:cubicBezTo>
                      <a:pt x="2321" y="3876"/>
                      <a:pt x="2146" y="4225"/>
                      <a:pt x="1958" y="4601"/>
                    </a:cubicBezTo>
                    <a:cubicBezTo>
                      <a:pt x="926" y="6746"/>
                      <a:pt x="0" y="9362"/>
                      <a:pt x="0" y="11776"/>
                    </a:cubicBezTo>
                    <a:lnTo>
                      <a:pt x="1637" y="11776"/>
                    </a:lnTo>
                    <a:cubicBezTo>
                      <a:pt x="1637" y="5687"/>
                      <a:pt x="5123" y="14"/>
                      <a:pt x="5123" y="14"/>
                    </a:cubicBezTo>
                    <a:lnTo>
                      <a:pt x="51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43"/>
              <p:cNvSpPr/>
              <p:nvPr/>
            </p:nvSpPr>
            <p:spPr>
              <a:xfrm>
                <a:off x="7884937" y="2756565"/>
                <a:ext cx="8762" cy="6338"/>
              </a:xfrm>
              <a:custGeom>
                <a:avLst/>
                <a:gdLst/>
                <a:ahLst/>
                <a:cxnLst/>
                <a:rect l="l" t="t" r="r" b="b"/>
                <a:pathLst>
                  <a:path w="94" h="68" extrusionOk="0">
                    <a:moveTo>
                      <a:pt x="0" y="0"/>
                    </a:moveTo>
                    <a:lnTo>
                      <a:pt x="94" y="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43"/>
              <p:cNvSpPr/>
              <p:nvPr/>
            </p:nvSpPr>
            <p:spPr>
              <a:xfrm>
                <a:off x="7883633" y="2756565"/>
                <a:ext cx="10067" cy="755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81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08" y="81"/>
                    </a:lnTo>
                    <a:lnTo>
                      <a:pt x="108" y="6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3"/>
              <p:cNvSpPr/>
              <p:nvPr/>
            </p:nvSpPr>
            <p:spPr>
              <a:xfrm>
                <a:off x="7857347" y="2622806"/>
                <a:ext cx="18922" cy="18829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02" extrusionOk="0">
                    <a:moveTo>
                      <a:pt x="108" y="0"/>
                    </a:moveTo>
                    <a:cubicBezTo>
                      <a:pt x="55" y="0"/>
                      <a:pt x="1" y="41"/>
                      <a:pt x="1" y="108"/>
                    </a:cubicBezTo>
                    <a:cubicBezTo>
                      <a:pt x="1" y="161"/>
                      <a:pt x="55" y="201"/>
                      <a:pt x="108" y="201"/>
                    </a:cubicBezTo>
                    <a:cubicBezTo>
                      <a:pt x="162" y="201"/>
                      <a:pt x="202" y="161"/>
                      <a:pt x="202" y="108"/>
                    </a:cubicBezTo>
                    <a:cubicBezTo>
                      <a:pt x="202" y="41"/>
                      <a:pt x="162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43"/>
              <p:cNvSpPr/>
              <p:nvPr/>
            </p:nvSpPr>
            <p:spPr>
              <a:xfrm>
                <a:off x="8274934" y="486392"/>
                <a:ext cx="268825" cy="165173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1772" extrusionOk="0">
                    <a:moveTo>
                      <a:pt x="2884" y="1"/>
                    </a:moveTo>
                    <a:lnTo>
                      <a:pt x="0" y="1235"/>
                    </a:lnTo>
                    <a:lnTo>
                      <a:pt x="0" y="1771"/>
                    </a:lnTo>
                    <a:lnTo>
                      <a:pt x="2884" y="524"/>
                    </a:lnTo>
                    <a:lnTo>
                      <a:pt x="28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43"/>
              <p:cNvSpPr/>
              <p:nvPr/>
            </p:nvSpPr>
            <p:spPr>
              <a:xfrm>
                <a:off x="7813631" y="486392"/>
                <a:ext cx="268825" cy="165173"/>
              </a:xfrm>
              <a:custGeom>
                <a:avLst/>
                <a:gdLst/>
                <a:ahLst/>
                <a:cxnLst/>
                <a:rect l="l" t="t" r="r" b="b"/>
                <a:pathLst>
                  <a:path w="2884" h="1772" extrusionOk="0">
                    <a:moveTo>
                      <a:pt x="1" y="1"/>
                    </a:moveTo>
                    <a:lnTo>
                      <a:pt x="1" y="524"/>
                    </a:lnTo>
                    <a:lnTo>
                      <a:pt x="2884" y="1771"/>
                    </a:lnTo>
                    <a:lnTo>
                      <a:pt x="2884" y="1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66" name="Google Shape;1366;p43"/>
          <p:cNvGrpSpPr/>
          <p:nvPr/>
        </p:nvGrpSpPr>
        <p:grpSpPr>
          <a:xfrm>
            <a:off x="65693" y="4281600"/>
            <a:ext cx="863343" cy="805960"/>
            <a:chOff x="7939225" y="342675"/>
            <a:chExt cx="1204777" cy="1124700"/>
          </a:xfrm>
        </p:grpSpPr>
        <p:sp>
          <p:nvSpPr>
            <p:cNvPr id="1367" name="Google Shape;1367;p43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3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3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3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3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3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50"/>
          <p:cNvSpPr txBox="1">
            <a:spLocks noGrp="1"/>
          </p:cNvSpPr>
          <p:nvPr>
            <p:ph type="title"/>
          </p:nvPr>
        </p:nvSpPr>
        <p:spPr>
          <a:xfrm>
            <a:off x="2732508" y="945521"/>
            <a:ext cx="3678983" cy="32524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400" dirty="0"/>
              <a:t>Спасибо за внимание</a:t>
            </a:r>
            <a:endParaRPr sz="5400" dirty="0"/>
          </a:p>
        </p:txBody>
      </p:sp>
      <p:grpSp>
        <p:nvGrpSpPr>
          <p:cNvPr id="1743" name="Google Shape;1743;p50"/>
          <p:cNvGrpSpPr/>
          <p:nvPr/>
        </p:nvGrpSpPr>
        <p:grpSpPr>
          <a:xfrm>
            <a:off x="65693" y="4281600"/>
            <a:ext cx="863343" cy="805960"/>
            <a:chOff x="7939225" y="342675"/>
            <a:chExt cx="1204777" cy="1124700"/>
          </a:xfrm>
        </p:grpSpPr>
        <p:sp>
          <p:nvSpPr>
            <p:cNvPr id="1744" name="Google Shape;1744;p50"/>
            <p:cNvSpPr/>
            <p:nvPr/>
          </p:nvSpPr>
          <p:spPr>
            <a:xfrm>
              <a:off x="7939225" y="342675"/>
              <a:ext cx="1124400" cy="1124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0"/>
            <p:cNvSpPr/>
            <p:nvPr/>
          </p:nvSpPr>
          <p:spPr>
            <a:xfrm>
              <a:off x="8433559" y="689532"/>
              <a:ext cx="138480" cy="91046"/>
            </a:xfrm>
            <a:custGeom>
              <a:avLst/>
              <a:gdLst/>
              <a:ahLst/>
              <a:cxnLst/>
              <a:rect l="l" t="t" r="r" b="b"/>
              <a:pathLst>
                <a:path w="1159" h="762" extrusionOk="0">
                  <a:moveTo>
                    <a:pt x="580" y="1"/>
                  </a:moveTo>
                  <a:cubicBezTo>
                    <a:pt x="385" y="1"/>
                    <a:pt x="190" y="33"/>
                    <a:pt x="1" y="98"/>
                  </a:cubicBezTo>
                  <a:lnTo>
                    <a:pt x="391" y="749"/>
                  </a:lnTo>
                  <a:cubicBezTo>
                    <a:pt x="456" y="736"/>
                    <a:pt x="521" y="729"/>
                    <a:pt x="586" y="729"/>
                  </a:cubicBezTo>
                  <a:cubicBezTo>
                    <a:pt x="651" y="729"/>
                    <a:pt x="716" y="736"/>
                    <a:pt x="781" y="749"/>
                  </a:cubicBezTo>
                  <a:lnTo>
                    <a:pt x="781" y="762"/>
                  </a:lnTo>
                  <a:lnTo>
                    <a:pt x="1159" y="98"/>
                  </a:lnTo>
                  <a:cubicBezTo>
                    <a:pt x="970" y="33"/>
                    <a:pt x="775" y="1"/>
                    <a:pt x="5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0"/>
            <p:cNvSpPr/>
            <p:nvPr/>
          </p:nvSpPr>
          <p:spPr>
            <a:xfrm>
              <a:off x="8289105" y="954545"/>
              <a:ext cx="115062" cy="118288"/>
            </a:xfrm>
            <a:custGeom>
              <a:avLst/>
              <a:gdLst/>
              <a:ahLst/>
              <a:cxnLst/>
              <a:rect l="l" t="t" r="r" b="b"/>
              <a:pathLst>
                <a:path w="963" h="990" extrusionOk="0">
                  <a:moveTo>
                    <a:pt x="0" y="1"/>
                  </a:moveTo>
                  <a:cubicBezTo>
                    <a:pt x="39" y="183"/>
                    <a:pt x="104" y="365"/>
                    <a:pt x="195" y="534"/>
                  </a:cubicBezTo>
                  <a:cubicBezTo>
                    <a:pt x="299" y="703"/>
                    <a:pt x="429" y="859"/>
                    <a:pt x="573" y="989"/>
                  </a:cubicBezTo>
                  <a:lnTo>
                    <a:pt x="586" y="989"/>
                  </a:lnTo>
                  <a:lnTo>
                    <a:pt x="963" y="326"/>
                  </a:lnTo>
                  <a:cubicBezTo>
                    <a:pt x="859" y="235"/>
                    <a:pt x="794" y="118"/>
                    <a:pt x="7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0"/>
            <p:cNvSpPr/>
            <p:nvPr/>
          </p:nvSpPr>
          <p:spPr>
            <a:xfrm>
              <a:off x="8452915" y="864933"/>
              <a:ext cx="100485" cy="87581"/>
            </a:xfrm>
            <a:custGeom>
              <a:avLst/>
              <a:gdLst/>
              <a:ahLst/>
              <a:cxnLst/>
              <a:rect l="l" t="t" r="r" b="b"/>
              <a:pathLst>
                <a:path w="841" h="733" extrusionOk="0">
                  <a:moveTo>
                    <a:pt x="426" y="1"/>
                  </a:moveTo>
                  <a:cubicBezTo>
                    <a:pt x="271" y="1"/>
                    <a:pt x="117" y="94"/>
                    <a:pt x="73" y="269"/>
                  </a:cubicBezTo>
                  <a:cubicBezTo>
                    <a:pt x="1" y="517"/>
                    <a:pt x="199" y="732"/>
                    <a:pt x="427" y="732"/>
                  </a:cubicBezTo>
                  <a:cubicBezTo>
                    <a:pt x="486" y="732"/>
                    <a:pt x="547" y="718"/>
                    <a:pt x="606" y="686"/>
                  </a:cubicBezTo>
                  <a:cubicBezTo>
                    <a:pt x="775" y="581"/>
                    <a:pt x="840" y="360"/>
                    <a:pt x="736" y="178"/>
                  </a:cubicBezTo>
                  <a:cubicBezTo>
                    <a:pt x="668" y="58"/>
                    <a:pt x="547" y="1"/>
                    <a:pt x="42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0"/>
            <p:cNvSpPr/>
            <p:nvPr/>
          </p:nvSpPr>
          <p:spPr>
            <a:xfrm>
              <a:off x="8020150" y="428700"/>
              <a:ext cx="1123852" cy="962671"/>
            </a:xfrm>
            <a:custGeom>
              <a:avLst/>
              <a:gdLst/>
              <a:ahLst/>
              <a:cxnLst/>
              <a:rect l="l" t="t" r="r" b="b"/>
              <a:pathLst>
                <a:path w="9406" h="8057" extrusionOk="0">
                  <a:moveTo>
                    <a:pt x="4040" y="1459"/>
                  </a:moveTo>
                  <a:cubicBezTo>
                    <a:pt x="4482" y="1459"/>
                    <a:pt x="4924" y="1572"/>
                    <a:pt x="5321" y="1800"/>
                  </a:cubicBezTo>
                  <a:lnTo>
                    <a:pt x="5646" y="1982"/>
                  </a:lnTo>
                  <a:lnTo>
                    <a:pt x="4879" y="3322"/>
                  </a:lnTo>
                  <a:cubicBezTo>
                    <a:pt x="4970" y="3400"/>
                    <a:pt x="5048" y="3530"/>
                    <a:pt x="5087" y="3660"/>
                  </a:cubicBezTo>
                  <a:lnTo>
                    <a:pt x="6622" y="3660"/>
                  </a:lnTo>
                  <a:lnTo>
                    <a:pt x="6622" y="4024"/>
                  </a:lnTo>
                  <a:cubicBezTo>
                    <a:pt x="6609" y="4935"/>
                    <a:pt x="6114" y="5780"/>
                    <a:pt x="5321" y="6236"/>
                  </a:cubicBezTo>
                  <a:lnTo>
                    <a:pt x="5009" y="6418"/>
                  </a:lnTo>
                  <a:lnTo>
                    <a:pt x="4241" y="5078"/>
                  </a:lnTo>
                  <a:cubicBezTo>
                    <a:pt x="4176" y="5097"/>
                    <a:pt x="4108" y="5107"/>
                    <a:pt x="4041" y="5107"/>
                  </a:cubicBezTo>
                  <a:cubicBezTo>
                    <a:pt x="3975" y="5107"/>
                    <a:pt x="3910" y="5097"/>
                    <a:pt x="3851" y="5078"/>
                  </a:cubicBezTo>
                  <a:lnTo>
                    <a:pt x="3084" y="6418"/>
                  </a:lnTo>
                  <a:lnTo>
                    <a:pt x="2759" y="6236"/>
                  </a:lnTo>
                  <a:cubicBezTo>
                    <a:pt x="2368" y="6001"/>
                    <a:pt x="2043" y="5676"/>
                    <a:pt x="1822" y="5286"/>
                  </a:cubicBezTo>
                  <a:cubicBezTo>
                    <a:pt x="1601" y="4909"/>
                    <a:pt x="1484" y="4467"/>
                    <a:pt x="1484" y="4024"/>
                  </a:cubicBezTo>
                  <a:lnTo>
                    <a:pt x="1484" y="3660"/>
                  </a:lnTo>
                  <a:lnTo>
                    <a:pt x="3019" y="3660"/>
                  </a:lnTo>
                  <a:cubicBezTo>
                    <a:pt x="3071" y="3530"/>
                    <a:pt x="3136" y="3413"/>
                    <a:pt x="3214" y="3309"/>
                  </a:cubicBezTo>
                  <a:lnTo>
                    <a:pt x="2446" y="1982"/>
                  </a:lnTo>
                  <a:lnTo>
                    <a:pt x="2759" y="1800"/>
                  </a:lnTo>
                  <a:cubicBezTo>
                    <a:pt x="3155" y="1572"/>
                    <a:pt x="3597" y="1459"/>
                    <a:pt x="4040" y="1459"/>
                  </a:cubicBezTo>
                  <a:close/>
                  <a:moveTo>
                    <a:pt x="4050" y="1"/>
                  </a:moveTo>
                  <a:cubicBezTo>
                    <a:pt x="1983" y="1"/>
                    <a:pt x="1" y="1605"/>
                    <a:pt x="1" y="4024"/>
                  </a:cubicBezTo>
                  <a:cubicBezTo>
                    <a:pt x="1" y="6249"/>
                    <a:pt x="1809" y="8057"/>
                    <a:pt x="4033" y="8057"/>
                  </a:cubicBezTo>
                  <a:cubicBezTo>
                    <a:pt x="7610" y="8057"/>
                    <a:pt x="9405" y="3725"/>
                    <a:pt x="6869" y="1189"/>
                  </a:cubicBezTo>
                  <a:cubicBezTo>
                    <a:pt x="6048" y="368"/>
                    <a:pt x="5039" y="1"/>
                    <a:pt x="40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0"/>
            <p:cNvSpPr/>
            <p:nvPr/>
          </p:nvSpPr>
          <p:spPr>
            <a:xfrm>
              <a:off x="8602984" y="952992"/>
              <a:ext cx="115181" cy="119841"/>
            </a:xfrm>
            <a:custGeom>
              <a:avLst/>
              <a:gdLst/>
              <a:ahLst/>
              <a:cxnLst/>
              <a:rect l="l" t="t" r="r" b="b"/>
              <a:pathLst>
                <a:path w="964" h="1003" extrusionOk="0">
                  <a:moveTo>
                    <a:pt x="963" y="1"/>
                  </a:moveTo>
                  <a:cubicBezTo>
                    <a:pt x="962" y="5"/>
                    <a:pt x="961" y="9"/>
                    <a:pt x="960" y="14"/>
                  </a:cubicBezTo>
                  <a:lnTo>
                    <a:pt x="963" y="14"/>
                  </a:lnTo>
                  <a:lnTo>
                    <a:pt x="963" y="1"/>
                  </a:lnTo>
                  <a:close/>
                  <a:moveTo>
                    <a:pt x="183" y="14"/>
                  </a:moveTo>
                  <a:cubicBezTo>
                    <a:pt x="144" y="131"/>
                    <a:pt x="79" y="235"/>
                    <a:pt x="1" y="339"/>
                  </a:cubicBezTo>
                  <a:lnTo>
                    <a:pt x="378" y="1002"/>
                  </a:lnTo>
                  <a:cubicBezTo>
                    <a:pt x="674" y="745"/>
                    <a:pt x="868" y="399"/>
                    <a:pt x="96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Nuclear Attack Warning Procedure by Slidesgo">
  <a:themeElements>
    <a:clrScheme name="Simple Light">
      <a:dk1>
        <a:srgbClr val="000000"/>
      </a:dk1>
      <a:lt1>
        <a:srgbClr val="FDEAAE"/>
      </a:lt1>
      <a:dk2>
        <a:srgbClr val="FACD45"/>
      </a:dk2>
      <a:lt2>
        <a:srgbClr val="FAC045"/>
      </a:lt2>
      <a:accent1>
        <a:srgbClr val="DF9A1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502</Words>
  <Application>Microsoft Office PowerPoint</Application>
  <PresentationFormat>Экран (16:9)</PresentationFormat>
  <Paragraphs>85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Vazirmatn Black</vt:lpstr>
      <vt:lpstr>Arial</vt:lpstr>
      <vt:lpstr>Arimo</vt:lpstr>
      <vt:lpstr>Vazirmatn</vt:lpstr>
      <vt:lpstr>Nuclear Attack Warning Procedure by Slidesgo</vt:lpstr>
      <vt:lpstr> ArenaData Team “  ㅤㅤㅤㅤㅤ⠀⠀⠀⠀⠀​​​​​﻿﻿﻿﻿﻿​​​​​﻿﻿﻿﻿﻿”​​​﻿﻿﻿﻿﻿</vt:lpstr>
      <vt:lpstr>Проблема и актуальность</vt:lpstr>
      <vt:lpstr>Решение проблем просто!!!</vt:lpstr>
      <vt:lpstr>План по зачистки данных день 1 </vt:lpstr>
      <vt:lpstr>План по зачистки данных день 2</vt:lpstr>
      <vt:lpstr>Первая зона отчуждения</vt:lpstr>
      <vt:lpstr>Python</vt:lpstr>
      <vt:lpstr>WHOA!</vt:lpstr>
      <vt:lpstr>Вторая зона отчуждения: бомбические ПДн</vt:lpstr>
      <vt:lpstr>12%</vt:lpstr>
      <vt:lpstr>Третья зона отчуждения: поиск проблем</vt:lpstr>
      <vt:lpstr>94.3%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Андрей Яковлев</dc:creator>
  <cp:lastModifiedBy>Андрей Яковлев</cp:lastModifiedBy>
  <cp:revision>9</cp:revision>
  <dcterms:modified xsi:type="dcterms:W3CDTF">2026-04-19T12:13:30Z</dcterms:modified>
</cp:coreProperties>
</file>